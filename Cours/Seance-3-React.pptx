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80" r:id="rId25"/>
    <p:sldId id="281" r:id="rId26"/>
    <p:sldId id="282" r:id="rId27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 varScale="1">
        <p:scale>
          <a:sx n="66" d="100"/>
          <a:sy n="66" d="100"/>
        </p:scale>
        <p:origin x="0" y="0"/>
      </p:cViewPr>
      <p:guideLst/>
    </p:cSldViewPr>
  </p:slide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Relationship Id="rId8" Type="http://schemas.openxmlformats.org/officeDocument/2006/relationships/slide" Target="slides/slide7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ara EL-GUERYSY" userId="f137cb3346143788" providerId="LiveId" clId="{511B377B-F338-4169-87EE-BBEDEE5C3C6F}"/>
    <pc:docChg chg="custSel modSld">
      <pc:chgData name="Sara EL-GUERYSY" userId="f137cb3346143788" providerId="LiveId" clId="{511B377B-F338-4169-87EE-BBEDEE5C3C6F}" dt="2026-10-23T12:43:14.481" v="68" actId="478"/>
      <pc:docMkLst>
        <pc:docMk/>
      </pc:docMkLst>
      <pc:sldChg chg="delSp mod">
        <pc:chgData name="Sara EL-GUERYSY" userId="f137cb3346143788" providerId="LiveId" clId="{511B377B-F338-4169-87EE-BBEDEE5C3C6F}" dt="2026-10-23T12:42:18.288" v="55" actId="478"/>
        <pc:sldMkLst>
          <pc:docMk/>
          <pc:sldMk cId="1590658280" sldId="257"/>
        </pc:sldMkLst>
        <pc:spChg chg="del">
          <ac:chgData name="Sara EL-GUERYSY" userId="f137cb3346143788" providerId="LiveId" clId="{511B377B-F338-4169-87EE-BBEDEE5C3C6F}" dt="2026-10-23T12:42:18.288" v="55" actId="478"/>
          <ac:spMkLst>
            <pc:docMk/>
            <pc:sldMk cId="1590658280" sldId="257"/>
            <ac:spMk id="3" creationId="{26558E8A-1B17-4544-AE34-0B3CB557CABD}"/>
          </ac:spMkLst>
        </pc:spChg>
      </pc:sldChg>
      <pc:sldChg chg="modSp mod">
        <pc:chgData name="Sara EL-GUERYSY" userId="f137cb3346143788" providerId="LiveId" clId="{511B377B-F338-4169-87EE-BBEDEE5C3C6F}" dt="2026-10-23T12:37:27.529" v="6" actId="20577"/>
        <pc:sldMkLst>
          <pc:docMk/>
          <pc:sldMk cId="1941602487" sldId="258"/>
        </pc:sldMkLst>
        <pc:spChg chg="mod">
          <ac:chgData name="Sara EL-GUERYSY" userId="f137cb3346143788" providerId="LiveId" clId="{511B377B-F338-4169-87EE-BBEDEE5C3C6F}" dt="2026-10-23T12:37:27.529" v="6" actId="20577"/>
          <ac:spMkLst>
            <pc:docMk/>
            <pc:sldMk cId="1941602487" sldId="258"/>
            <ac:spMk id="4" creationId="{85DC0F39-55BF-4C87-BA7D-17AF45333EFC}"/>
          </ac:spMkLst>
        </pc:spChg>
      </pc:sldChg>
      <pc:sldChg chg="modSp mod">
        <pc:chgData name="Sara EL-GUERYSY" userId="f137cb3346143788" providerId="LiveId" clId="{511B377B-F338-4169-87EE-BBEDEE5C3C6F}" dt="2026-10-23T12:37:35.723" v="53" actId="20577"/>
        <pc:sldMkLst>
          <pc:docMk/>
          <pc:sldMk cId="855957820" sldId="259"/>
        </pc:sldMkLst>
        <pc:spChg chg="mod">
          <ac:chgData name="Sara EL-GUERYSY" userId="f137cb3346143788" providerId="LiveId" clId="{511B377B-F338-4169-87EE-BBEDEE5C3C6F}" dt="2026-10-23T12:37:35.723" v="53" actId="20577"/>
          <ac:spMkLst>
            <pc:docMk/>
            <pc:sldMk cId="855957820" sldId="259"/>
            <ac:spMk id="4" creationId="{4E342335-603F-47C5-A8EE-612769EBFCF2}"/>
          </ac:spMkLst>
        </pc:spChg>
      </pc:sldChg>
      <pc:sldChg chg="delSp modSp mod">
        <pc:chgData name="Sara EL-GUERYSY" userId="f137cb3346143788" providerId="LiveId" clId="{511B377B-F338-4169-87EE-BBEDEE5C3C6F}" dt="2026-10-23T12:42:51.080" v="67" actId="20577"/>
        <pc:sldMkLst>
          <pc:docMk/>
          <pc:sldMk cId="6002797" sldId="262"/>
        </pc:sldMkLst>
        <pc:spChg chg="del">
          <ac:chgData name="Sara EL-GUERYSY" userId="f137cb3346143788" providerId="LiveId" clId="{511B377B-F338-4169-87EE-BBEDEE5C3C6F}" dt="2026-10-23T12:38:55.682" v="54" actId="478"/>
          <ac:spMkLst>
            <pc:docMk/>
            <pc:sldMk cId="6002797" sldId="262"/>
            <ac:spMk id="5" creationId="{9B5F4C47-B28B-4C8D-946B-0FE500D9925A}"/>
          </ac:spMkLst>
        </pc:spChg>
        <pc:spChg chg="mod">
          <ac:chgData name="Sara EL-GUERYSY" userId="f137cb3346143788" providerId="LiveId" clId="{511B377B-F338-4169-87EE-BBEDEE5C3C6F}" dt="2026-10-23T12:42:51.080" v="67" actId="20577"/>
          <ac:spMkLst>
            <pc:docMk/>
            <pc:sldMk cId="6002797" sldId="262"/>
            <ac:spMk id="7" creationId="{B6EEB173-4A50-435B-AB4F-7E0159B8D454}"/>
          </ac:spMkLst>
        </pc:spChg>
      </pc:sldChg>
      <pc:sldChg chg="modSp mod">
        <pc:chgData name="Sara EL-GUERYSY" userId="f137cb3346143788" providerId="LiveId" clId="{511B377B-F338-4169-87EE-BBEDEE5C3C6F}" dt="2026-10-23T12:42:40.816" v="61" actId="20577"/>
        <pc:sldMkLst>
          <pc:docMk/>
          <pc:sldMk cId="420638833" sldId="266"/>
        </pc:sldMkLst>
        <pc:spChg chg="mod">
          <ac:chgData name="Sara EL-GUERYSY" userId="f137cb3346143788" providerId="LiveId" clId="{511B377B-F338-4169-87EE-BBEDEE5C3C6F}" dt="2026-10-23T12:42:40.816" v="61" actId="20577"/>
          <ac:spMkLst>
            <pc:docMk/>
            <pc:sldMk cId="420638833" sldId="266"/>
            <ac:spMk id="7" creationId="{B27F4CE5-A113-4D4B-8116-6A782C5DF37A}"/>
          </ac:spMkLst>
        </pc:spChg>
      </pc:sldChg>
      <pc:sldChg chg="delSp mod">
        <pc:chgData name="Sara EL-GUERYSY" userId="f137cb3346143788" providerId="LiveId" clId="{511B377B-F338-4169-87EE-BBEDEE5C3C6F}" dt="2026-10-23T12:43:14.481" v="68" actId="478"/>
        <pc:sldMkLst>
          <pc:docMk/>
          <pc:sldMk cId="1714357833" sldId="268"/>
        </pc:sldMkLst>
        <pc:spChg chg="del">
          <ac:chgData name="Sara EL-GUERYSY" userId="f137cb3346143788" providerId="LiveId" clId="{511B377B-F338-4169-87EE-BBEDEE5C3C6F}" dt="2026-10-23T12:43:14.481" v="68" actId="478"/>
          <ac:spMkLst>
            <pc:docMk/>
            <pc:sldMk cId="1714357833" sldId="268"/>
            <ac:spMk id="3" creationId="{9FF536CE-A749-4286-9946-79A5799306FC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56A69434-EE2C-4A1C-9B02-F2E00F2D80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0" y="2590800"/>
            <a:ext cx="9753600" cy="9906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>
            <a:endParaRPr/>
          </a:p>
        </p:txBody>
      </p:sp>
      <p:sp>
        <p:nvSpPr>
          <p:cNvPr id="2" name="Subtitle">
            <a:extLst>
              <a:ext uri="{FF2B5EF4-FFF2-40B4-BE49-F238E27FC236}">
                <a16:creationId xmlns:a16="http://schemas.microsoft.com/office/drawing/2014/main" id="{BD75E924-E37F-4C5E-9F65-EAC5C2EF2FA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28800" y="3771900"/>
            <a:ext cx="8534400" cy="762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 title">
            <a:extLst>
              <a:ext uri="{FF2B5EF4-FFF2-40B4-BE49-F238E27FC236}">
                <a16:creationId xmlns:a16="http://schemas.microsoft.com/office/drawing/2014/main" id="{0ACE72D8-BEA4-440C-906C-C7585A5C2A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0" y="2857500"/>
            <a:ext cx="9753600" cy="1143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9C4D0B60-851D-48B1-83C7-5F02C91B95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>
            <a:endParaRPr/>
          </a:p>
        </p:txBody>
      </p:sp>
      <p:sp>
        <p:nvSpPr>
          <p:cNvPr id="2" name="Body">
            <a:extLst>
              <a:ext uri="{FF2B5EF4-FFF2-40B4-BE49-F238E27FC236}">
                <a16:creationId xmlns:a16="http://schemas.microsoft.com/office/drawing/2014/main" id="{D8AB3C14-F6FF-4701-8B66-329D1681641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108204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Two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">
            <a:extLst>
              <a:ext uri="{FF2B5EF4-FFF2-40B4-BE49-F238E27FC236}">
                <a16:creationId xmlns:a16="http://schemas.microsoft.com/office/drawing/2014/main" id="{EC38506C-71B2-4ADA-AB71-023E63377B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>
            <a:endParaRPr/>
          </a:p>
        </p:txBody>
      </p:sp>
      <p:sp>
        <p:nvSpPr>
          <p:cNvPr id="2" name="Left column">
            <a:extLst>
              <a:ext uri="{FF2B5EF4-FFF2-40B4-BE49-F238E27FC236}">
                <a16:creationId xmlns:a16="http://schemas.microsoft.com/office/drawing/2014/main" id="{96033B9E-B15E-4691-8E32-38BE83F01F5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endParaRPr/>
          </a:p>
        </p:txBody>
      </p:sp>
      <p:sp>
        <p:nvSpPr>
          <p:cNvPr id="3" name="Right column">
            <a:extLst>
              <a:ext uri="{FF2B5EF4-FFF2-40B4-BE49-F238E27FC236}">
                <a16:creationId xmlns:a16="http://schemas.microsoft.com/office/drawing/2014/main" id="{F81DC9F5-33C9-4F0D-BFD6-952F8E885672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64770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On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B46B8E16-D25C-4948-8AFE-EF5CBE8C73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>
            <a:endParaRPr/>
          </a:p>
        </p:txBody>
      </p:sp>
      <p:sp>
        <p:nvSpPr>
          <p:cNvPr id="2" name="Left column">
            <a:extLst>
              <a:ext uri="{FF2B5EF4-FFF2-40B4-BE49-F238E27FC236}">
                <a16:creationId xmlns:a16="http://schemas.microsoft.com/office/drawing/2014/main" id="{E6893BE1-481E-4510-8906-2FF99F107EB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6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6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6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6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2C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6EC10A1A-9FED-4447-92E8-2937845EDB81}"/>
              </a:ext>
            </a:extLst>
          </p:cNvPr>
          <p:cNvSpPr>
            <a:spLocks noGrp="1"/>
          </p:cNvSpPr>
          <p:nvPr/>
        </p:nvSpPr>
        <p:spPr>
          <a:xfrm>
            <a:off x="723900" y="685800"/>
            <a:ext cx="10668000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725" b="1">
                <a:solidFill>
                  <a:srgbClr val="BDEFE2"/>
                </a:solidFill>
                <a:latin typeface="Arial"/>
                <a:ea typeface="Arial"/>
                <a:cs typeface="Arial"/>
              </a:defRPr>
            </a:defPPr>
            <a:lvl1pPr>
              <a:defRPr sz="1725" b="1">
                <a:solidFill>
                  <a:srgbClr val="BDEFE2"/>
                </a:solidFill>
                <a:latin typeface="Arial"/>
                <a:ea typeface="Arial"/>
                <a:cs typeface="Arial"/>
              </a:defRPr>
            </a:lvl1pPr>
            <a:lvl2pPr>
              <a:defRPr sz="1725" b="1">
                <a:solidFill>
                  <a:srgbClr val="BDEFE2"/>
                </a:solidFill>
                <a:latin typeface="Arial"/>
                <a:ea typeface="Arial"/>
                <a:cs typeface="Arial"/>
              </a:defRPr>
            </a:lvl2pPr>
            <a:lvl3pPr>
              <a:defRPr sz="1725" b="1">
                <a:solidFill>
                  <a:srgbClr val="BDEFE2"/>
                </a:solidFill>
                <a:latin typeface="Arial"/>
                <a:ea typeface="Arial"/>
                <a:cs typeface="Arial"/>
              </a:defRPr>
            </a:lvl3pPr>
            <a:lvl4pPr>
              <a:defRPr sz="1725" b="1">
                <a:solidFill>
                  <a:srgbClr val="BDEFE2"/>
                </a:solidFill>
                <a:latin typeface="Arial"/>
                <a:ea typeface="Arial"/>
                <a:cs typeface="Arial"/>
              </a:defRPr>
            </a:lvl4pPr>
            <a:lvl5pPr>
              <a:defRPr sz="1725" b="1">
                <a:solidFill>
                  <a:srgbClr val="BDEFE2"/>
                </a:solidFill>
                <a:latin typeface="Arial"/>
                <a:ea typeface="Arial"/>
                <a:cs typeface="Arial"/>
              </a:defRPr>
            </a:lvl5pPr>
            <a:lvl6pPr>
              <a:defRPr sz="1725" b="1">
                <a:solidFill>
                  <a:srgbClr val="BDEFE2"/>
                </a:solidFill>
                <a:latin typeface="Arial"/>
                <a:ea typeface="Arial"/>
                <a:cs typeface="Arial"/>
              </a:defRPr>
            </a:lvl6pPr>
            <a:lvl7pPr>
              <a:defRPr sz="1725" b="1">
                <a:solidFill>
                  <a:srgbClr val="BDEFE2"/>
                </a:solidFill>
                <a:latin typeface="Arial"/>
                <a:ea typeface="Arial"/>
                <a:cs typeface="Arial"/>
              </a:defRPr>
            </a:lvl7pPr>
            <a:lvl8pPr>
              <a:defRPr sz="1725" b="1">
                <a:solidFill>
                  <a:srgbClr val="BDEFE2"/>
                </a:solidFill>
                <a:latin typeface="Arial"/>
                <a:ea typeface="Arial"/>
                <a:cs typeface="Arial"/>
              </a:defRPr>
            </a:lvl8pPr>
            <a:lvl9pPr>
              <a:defRPr sz="1725" b="1">
                <a:solidFill>
                  <a:srgbClr val="BDEFE2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725" b="1">
                <a:solidFill>
                  <a:srgbClr val="BDEFE2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BDEFE2"/>
                </a:solidFill>
                <a:latin typeface="Arial"/>
                <a:ea typeface="Arial"/>
                <a:cs typeface="Arial"/>
              </a:rPr>
              <a:t>REACT · COURS DE SOUTIEN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D1E69F3-E0DD-45C4-9982-8F1BC170C3C9}"/>
              </a:ext>
            </a:extLst>
          </p:cNvPr>
          <p:cNvSpPr>
            <a:spLocks noGrp="1"/>
          </p:cNvSpPr>
          <p:nvPr/>
        </p:nvSpPr>
        <p:spPr>
          <a:xfrm>
            <a:off x="723900" y="1809750"/>
            <a:ext cx="10668000" cy="2143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4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>
              <a:defRPr sz="4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>
              <a:defRPr sz="4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>
              <a:defRPr sz="4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>
              <a:defRPr sz="4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>
              <a:defRPr sz="4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>
              <a:defRPr sz="4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>
              <a:defRPr sz="4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>
              <a:defRPr sz="4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>
              <a:defRPr sz="4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4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8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État et événements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E82CE19-AC90-411A-9BB9-A081BB0C94EC}"/>
              </a:ext>
            </a:extLst>
          </p:cNvPr>
          <p:cNvSpPr>
            <a:spLocks noGrp="1"/>
          </p:cNvSpPr>
          <p:nvPr/>
        </p:nvSpPr>
        <p:spPr>
          <a:xfrm>
            <a:off x="762000" y="4410075"/>
            <a:ext cx="10477500" cy="1238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2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>
              <a:defRPr sz="22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>
              <a:defRPr sz="22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>
              <a:defRPr sz="22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>
              <a:defRPr sz="22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>
              <a:defRPr sz="22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>
              <a:defRPr sz="22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>
              <a:defRPr sz="22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>
              <a:defRPr sz="22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>
              <a:defRPr sz="22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22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Séance 3 · 2 heures</a:t>
            </a:r>
          </a:p>
          <a:p>
            <a:pPr>
              <a:defRPr sz="22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Projet : location de locaux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2924C58-FFDB-4795-8551-43B9E1318051}"/>
              </a:ext>
            </a:extLst>
          </p:cNvPr>
          <p:cNvSpPr>
            <a:spLocks noGrp="1"/>
          </p:cNvSpPr>
          <p:nvPr/>
        </p:nvSpPr>
        <p:spPr>
          <a:xfrm>
            <a:off x="11334750" y="6457950"/>
            <a:ext cx="523875" cy="2190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200" b="0">
                <a:solidFill>
                  <a:srgbClr val="BDEFE2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BDEFE2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BDEFE2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BDEFE2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BDEFE2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BDEFE2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BDEFE2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BDEFE2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BDEFE2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BDEFE2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200" b="0">
                <a:solidFill>
                  <a:srgbClr val="BDEFE2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BDEFE2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90021568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6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6AECDCCC-49BC-4CB7-847B-249DB8554797}"/>
              </a:ext>
            </a:extLst>
          </p:cNvPr>
          <p:cNvSpPr>
            <a:spLocks noGrp="1"/>
          </p:cNvSpPr>
          <p:nvPr/>
        </p:nvSpPr>
        <p:spPr>
          <a:xfrm>
            <a:off x="685800" y="352425"/>
            <a:ext cx="10763250" cy="2952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350" b="1">
                <a:solidFill>
                  <a:srgbClr val="087F75"/>
                </a:solidFill>
                <a:latin typeface="Arial"/>
                <a:ea typeface="Arial"/>
                <a:cs typeface="Arial"/>
              </a:defRPr>
            </a:defPPr>
            <a:lvl1pPr>
              <a:defRPr sz="1350" b="1">
                <a:solidFill>
                  <a:srgbClr val="087F75"/>
                </a:solidFill>
                <a:latin typeface="Arial"/>
                <a:ea typeface="Arial"/>
                <a:cs typeface="Arial"/>
              </a:defRPr>
            </a:lvl1pPr>
            <a:lvl2pPr>
              <a:defRPr sz="1350" b="1">
                <a:solidFill>
                  <a:srgbClr val="087F75"/>
                </a:solidFill>
                <a:latin typeface="Arial"/>
                <a:ea typeface="Arial"/>
                <a:cs typeface="Arial"/>
              </a:defRPr>
            </a:lvl2pPr>
            <a:lvl3pPr>
              <a:defRPr sz="1350" b="1">
                <a:solidFill>
                  <a:srgbClr val="087F75"/>
                </a:solidFill>
                <a:latin typeface="Arial"/>
                <a:ea typeface="Arial"/>
                <a:cs typeface="Arial"/>
              </a:defRPr>
            </a:lvl3pPr>
            <a:lvl4pPr>
              <a:defRPr sz="1350" b="1">
                <a:solidFill>
                  <a:srgbClr val="087F75"/>
                </a:solidFill>
                <a:latin typeface="Arial"/>
                <a:ea typeface="Arial"/>
                <a:cs typeface="Arial"/>
              </a:defRPr>
            </a:lvl4pPr>
            <a:lvl5pPr>
              <a:defRPr sz="1350" b="1">
                <a:solidFill>
                  <a:srgbClr val="087F75"/>
                </a:solidFill>
                <a:latin typeface="Arial"/>
                <a:ea typeface="Arial"/>
                <a:cs typeface="Arial"/>
              </a:defRPr>
            </a:lvl5pPr>
            <a:lvl6pPr>
              <a:defRPr sz="1350" b="1">
                <a:solidFill>
                  <a:srgbClr val="087F75"/>
                </a:solidFill>
                <a:latin typeface="Arial"/>
                <a:ea typeface="Arial"/>
                <a:cs typeface="Arial"/>
              </a:defRPr>
            </a:lvl6pPr>
            <a:lvl7pPr>
              <a:defRPr sz="1350" b="1">
                <a:solidFill>
                  <a:srgbClr val="087F75"/>
                </a:solidFill>
                <a:latin typeface="Arial"/>
                <a:ea typeface="Arial"/>
                <a:cs typeface="Arial"/>
              </a:defRPr>
            </a:lvl7pPr>
            <a:lvl8pPr>
              <a:defRPr sz="1350" b="1">
                <a:solidFill>
                  <a:srgbClr val="087F75"/>
                </a:solidFill>
                <a:latin typeface="Arial"/>
                <a:ea typeface="Arial"/>
                <a:cs typeface="Arial"/>
              </a:defRPr>
            </a:lvl8pPr>
            <a:lvl9pPr>
              <a:defRPr sz="1350" b="1">
                <a:solidFill>
                  <a:srgbClr val="087F75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350" b="1">
                <a:solidFill>
                  <a:srgbClr val="087F75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87F75"/>
                </a:solidFill>
                <a:latin typeface="Arial"/>
                <a:ea typeface="Arial"/>
                <a:cs typeface="Arial"/>
              </a:rPr>
              <a:t>COURS · SÉANCE 3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F7D54EF-ECEC-4DD4-A73F-74A79DBC2F40}"/>
              </a:ext>
            </a:extLst>
          </p:cNvPr>
          <p:cNvSpPr>
            <a:spLocks noGrp="1"/>
          </p:cNvSpPr>
          <p:nvPr/>
        </p:nvSpPr>
        <p:spPr>
          <a:xfrm>
            <a:off x="685800" y="866775"/>
            <a:ext cx="10858500" cy="9144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3075" b="1">
                <a:solidFill>
                  <a:srgbClr val="102C38"/>
                </a:solidFill>
                <a:latin typeface="Arial"/>
                <a:ea typeface="Arial"/>
                <a:cs typeface="Arial"/>
              </a:defRPr>
            </a:defPPr>
            <a:lvl1pPr>
              <a:defRPr sz="3075" b="1">
                <a:solidFill>
                  <a:srgbClr val="102C38"/>
                </a:solidFill>
                <a:latin typeface="Arial"/>
                <a:ea typeface="Arial"/>
                <a:cs typeface="Arial"/>
              </a:defRPr>
            </a:lvl1pPr>
            <a:lvl2pPr>
              <a:defRPr sz="3075" b="1">
                <a:solidFill>
                  <a:srgbClr val="102C38"/>
                </a:solidFill>
                <a:latin typeface="Arial"/>
                <a:ea typeface="Arial"/>
                <a:cs typeface="Arial"/>
              </a:defRPr>
            </a:lvl2pPr>
            <a:lvl3pPr>
              <a:defRPr sz="3075" b="1">
                <a:solidFill>
                  <a:srgbClr val="102C38"/>
                </a:solidFill>
                <a:latin typeface="Arial"/>
                <a:ea typeface="Arial"/>
                <a:cs typeface="Arial"/>
              </a:defRPr>
            </a:lvl3pPr>
            <a:lvl4pPr>
              <a:defRPr sz="3075" b="1">
                <a:solidFill>
                  <a:srgbClr val="102C38"/>
                </a:solidFill>
                <a:latin typeface="Arial"/>
                <a:ea typeface="Arial"/>
                <a:cs typeface="Arial"/>
              </a:defRPr>
            </a:lvl4pPr>
            <a:lvl5pPr>
              <a:defRPr sz="3075" b="1">
                <a:solidFill>
                  <a:srgbClr val="102C38"/>
                </a:solidFill>
                <a:latin typeface="Arial"/>
                <a:ea typeface="Arial"/>
                <a:cs typeface="Arial"/>
              </a:defRPr>
            </a:lvl5pPr>
            <a:lvl6pPr>
              <a:defRPr sz="3075" b="1">
                <a:solidFill>
                  <a:srgbClr val="102C38"/>
                </a:solidFill>
                <a:latin typeface="Arial"/>
                <a:ea typeface="Arial"/>
                <a:cs typeface="Arial"/>
              </a:defRPr>
            </a:lvl6pPr>
            <a:lvl7pPr>
              <a:defRPr sz="3075" b="1">
                <a:solidFill>
                  <a:srgbClr val="102C38"/>
                </a:solidFill>
                <a:latin typeface="Arial"/>
                <a:ea typeface="Arial"/>
                <a:cs typeface="Arial"/>
              </a:defRPr>
            </a:lvl7pPr>
            <a:lvl8pPr>
              <a:defRPr sz="3075" b="1">
                <a:solidFill>
                  <a:srgbClr val="102C38"/>
                </a:solidFill>
                <a:latin typeface="Arial"/>
                <a:ea typeface="Arial"/>
                <a:cs typeface="Arial"/>
              </a:defRPr>
            </a:lvl8pPr>
            <a:lvl9pPr>
              <a:defRPr sz="3075" b="1">
                <a:solidFill>
                  <a:srgbClr val="102C38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3075" b="1">
                <a:solidFill>
                  <a:srgbClr val="102C38"/>
                </a:solidFill>
                <a:latin typeface="Arial"/>
                <a:ea typeface="Arial"/>
                <a:cs typeface="Arial"/>
              </a:defRPr>
            </a:pPr>
            <a:r>
              <a:rPr sz="3075" b="1">
                <a:solidFill>
                  <a:srgbClr val="102C38"/>
                </a:solidFill>
                <a:latin typeface="Arial"/>
                <a:ea typeface="Arial"/>
                <a:cs typeface="Arial"/>
              </a:rPr>
              <a:t>Objectifs et point de départ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0F06D87-7F9C-4451-9E1B-4A4B6DCCE882}"/>
              </a:ext>
            </a:extLst>
          </p:cNvPr>
          <p:cNvSpPr>
            <a:spLocks noGrp="1"/>
          </p:cNvSpPr>
          <p:nvPr/>
        </p:nvSpPr>
        <p:spPr>
          <a:xfrm>
            <a:off x="723900" y="2971800"/>
            <a:ext cx="10763250" cy="9144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250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defPPr>
            <a:lvl1pPr>
              <a:defRPr sz="2250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lvl1pPr>
            <a:lvl2pPr>
              <a:defRPr sz="2250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lvl2pPr>
            <a:lvl3pPr>
              <a:defRPr sz="2250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lvl3pPr>
            <a:lvl4pPr>
              <a:defRPr sz="2250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lvl4pPr>
            <a:lvl5pPr>
              <a:defRPr sz="2250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lvl5pPr>
            <a:lvl6pPr>
              <a:defRPr sz="2250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lvl6pPr>
            <a:lvl7pPr>
              <a:defRPr sz="2250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lvl7pPr>
            <a:lvl8pPr>
              <a:defRPr sz="2250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lvl8pPr>
            <a:lvl9pPr>
              <a:defRPr sz="2250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2250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02C38"/>
                </a:solidFill>
                <a:latin typeface="Arial"/>
                <a:ea typeface="Arial"/>
                <a:cs typeface="Arial"/>
              </a:rPr>
              <a:t>Mémoriser une sélection avec useState et réagir à un clic.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2A94D3E-0871-4A3A-AAB5-68FB9B31F0AD}"/>
              </a:ext>
            </a:extLst>
          </p:cNvPr>
          <p:cNvSpPr>
            <a:spLocks noGrp="1"/>
          </p:cNvSpPr>
          <p:nvPr/>
        </p:nvSpPr>
        <p:spPr>
          <a:xfrm>
            <a:off x="723900" y="3943350"/>
            <a:ext cx="10763250" cy="9144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250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defPPr>
            <a:lvl1pPr>
              <a:defRPr sz="2250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lvl1pPr>
            <a:lvl2pPr>
              <a:defRPr sz="2250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lvl2pPr>
            <a:lvl3pPr>
              <a:defRPr sz="2250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lvl3pPr>
            <a:lvl4pPr>
              <a:defRPr sz="2250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lvl4pPr>
            <a:lvl5pPr>
              <a:defRPr sz="2250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lvl5pPr>
            <a:lvl6pPr>
              <a:defRPr sz="2250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lvl6pPr>
            <a:lvl7pPr>
              <a:defRPr sz="2250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lvl7pPr>
            <a:lvl8pPr>
              <a:defRPr sz="2250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lvl8pPr>
            <a:lvl9pPr>
              <a:defRPr sz="2250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2250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02C38"/>
                </a:solidFill>
                <a:latin typeface="Arial"/>
                <a:ea typeface="Arial"/>
                <a:cs typeface="Arial"/>
              </a:rPr>
              <a:t>Filtrer les locaux et transmettre un choix de l’enfant au parent.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617B9E1-25EB-41D2-8C73-AF1A4E0DC88E}"/>
              </a:ext>
            </a:extLst>
          </p:cNvPr>
          <p:cNvSpPr>
            <a:spLocks noGrp="1"/>
          </p:cNvSpPr>
          <p:nvPr/>
        </p:nvSpPr>
        <p:spPr>
          <a:xfrm>
            <a:off x="11334750" y="6457950"/>
            <a:ext cx="523875" cy="2190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200" b="0">
                <a:solidFill>
                  <a:srgbClr val="4E6670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4E6670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4E6670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4E6670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4E6670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4E6670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4E6670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4E6670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4E6670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4E6670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200" b="0">
                <a:solidFill>
                  <a:srgbClr val="4E667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4E6670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59065828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6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B844118E-754F-413A-B2BA-F45B3CC39803}"/>
              </a:ext>
            </a:extLst>
          </p:cNvPr>
          <p:cNvSpPr>
            <a:spLocks noGrp="1"/>
          </p:cNvSpPr>
          <p:nvPr/>
        </p:nvSpPr>
        <p:spPr>
          <a:xfrm>
            <a:off x="685800" y="352425"/>
            <a:ext cx="10763250" cy="2952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350" b="1">
                <a:solidFill>
                  <a:srgbClr val="087F75"/>
                </a:solidFill>
                <a:latin typeface="Arial"/>
                <a:ea typeface="Arial"/>
                <a:cs typeface="Arial"/>
              </a:defRPr>
            </a:defPPr>
            <a:lvl1pPr>
              <a:defRPr sz="1350" b="1">
                <a:solidFill>
                  <a:srgbClr val="087F75"/>
                </a:solidFill>
                <a:latin typeface="Arial"/>
                <a:ea typeface="Arial"/>
                <a:cs typeface="Arial"/>
              </a:defRPr>
            </a:lvl1pPr>
            <a:lvl2pPr>
              <a:defRPr sz="1350" b="1">
                <a:solidFill>
                  <a:srgbClr val="087F75"/>
                </a:solidFill>
                <a:latin typeface="Arial"/>
                <a:ea typeface="Arial"/>
                <a:cs typeface="Arial"/>
              </a:defRPr>
            </a:lvl2pPr>
            <a:lvl3pPr>
              <a:defRPr sz="1350" b="1">
                <a:solidFill>
                  <a:srgbClr val="087F75"/>
                </a:solidFill>
                <a:latin typeface="Arial"/>
                <a:ea typeface="Arial"/>
                <a:cs typeface="Arial"/>
              </a:defRPr>
            </a:lvl3pPr>
            <a:lvl4pPr>
              <a:defRPr sz="1350" b="1">
                <a:solidFill>
                  <a:srgbClr val="087F75"/>
                </a:solidFill>
                <a:latin typeface="Arial"/>
                <a:ea typeface="Arial"/>
                <a:cs typeface="Arial"/>
              </a:defRPr>
            </a:lvl4pPr>
            <a:lvl5pPr>
              <a:defRPr sz="1350" b="1">
                <a:solidFill>
                  <a:srgbClr val="087F75"/>
                </a:solidFill>
                <a:latin typeface="Arial"/>
                <a:ea typeface="Arial"/>
                <a:cs typeface="Arial"/>
              </a:defRPr>
            </a:lvl5pPr>
            <a:lvl6pPr>
              <a:defRPr sz="1350" b="1">
                <a:solidFill>
                  <a:srgbClr val="087F75"/>
                </a:solidFill>
                <a:latin typeface="Arial"/>
                <a:ea typeface="Arial"/>
                <a:cs typeface="Arial"/>
              </a:defRPr>
            </a:lvl6pPr>
            <a:lvl7pPr>
              <a:defRPr sz="1350" b="1">
                <a:solidFill>
                  <a:srgbClr val="087F75"/>
                </a:solidFill>
                <a:latin typeface="Arial"/>
                <a:ea typeface="Arial"/>
                <a:cs typeface="Arial"/>
              </a:defRPr>
            </a:lvl7pPr>
            <a:lvl8pPr>
              <a:defRPr sz="1350" b="1">
                <a:solidFill>
                  <a:srgbClr val="087F75"/>
                </a:solidFill>
                <a:latin typeface="Arial"/>
                <a:ea typeface="Arial"/>
                <a:cs typeface="Arial"/>
              </a:defRPr>
            </a:lvl8pPr>
            <a:lvl9pPr>
              <a:defRPr sz="1350" b="1">
                <a:solidFill>
                  <a:srgbClr val="087F75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350" b="1">
                <a:solidFill>
                  <a:srgbClr val="087F75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87F75"/>
                </a:solidFill>
                <a:latin typeface="Arial"/>
                <a:ea typeface="Arial"/>
                <a:cs typeface="Arial"/>
              </a:rPr>
              <a:t>SUR PAPIER · 4 MIN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65E5CE1-A705-463F-9005-0258A1B11708}"/>
              </a:ext>
            </a:extLst>
          </p:cNvPr>
          <p:cNvSpPr>
            <a:spLocks noGrp="1"/>
          </p:cNvSpPr>
          <p:nvPr/>
        </p:nvSpPr>
        <p:spPr>
          <a:xfrm>
            <a:off x="685800" y="866775"/>
            <a:ext cx="10858500" cy="9144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3075" b="1">
                <a:solidFill>
                  <a:srgbClr val="102C38"/>
                </a:solidFill>
                <a:latin typeface="Arial"/>
                <a:ea typeface="Arial"/>
                <a:cs typeface="Arial"/>
              </a:defRPr>
            </a:defPPr>
            <a:lvl1pPr>
              <a:defRPr sz="3075" b="1">
                <a:solidFill>
                  <a:srgbClr val="102C38"/>
                </a:solidFill>
                <a:latin typeface="Arial"/>
                <a:ea typeface="Arial"/>
                <a:cs typeface="Arial"/>
              </a:defRPr>
            </a:lvl1pPr>
            <a:lvl2pPr>
              <a:defRPr sz="3075" b="1">
                <a:solidFill>
                  <a:srgbClr val="102C38"/>
                </a:solidFill>
                <a:latin typeface="Arial"/>
                <a:ea typeface="Arial"/>
                <a:cs typeface="Arial"/>
              </a:defRPr>
            </a:lvl2pPr>
            <a:lvl3pPr>
              <a:defRPr sz="3075" b="1">
                <a:solidFill>
                  <a:srgbClr val="102C38"/>
                </a:solidFill>
                <a:latin typeface="Arial"/>
                <a:ea typeface="Arial"/>
                <a:cs typeface="Arial"/>
              </a:defRPr>
            </a:lvl3pPr>
            <a:lvl4pPr>
              <a:defRPr sz="3075" b="1">
                <a:solidFill>
                  <a:srgbClr val="102C38"/>
                </a:solidFill>
                <a:latin typeface="Arial"/>
                <a:ea typeface="Arial"/>
                <a:cs typeface="Arial"/>
              </a:defRPr>
            </a:lvl4pPr>
            <a:lvl5pPr>
              <a:defRPr sz="3075" b="1">
                <a:solidFill>
                  <a:srgbClr val="102C38"/>
                </a:solidFill>
                <a:latin typeface="Arial"/>
                <a:ea typeface="Arial"/>
                <a:cs typeface="Arial"/>
              </a:defRPr>
            </a:lvl5pPr>
            <a:lvl6pPr>
              <a:defRPr sz="3075" b="1">
                <a:solidFill>
                  <a:srgbClr val="102C38"/>
                </a:solidFill>
                <a:latin typeface="Arial"/>
                <a:ea typeface="Arial"/>
                <a:cs typeface="Arial"/>
              </a:defRPr>
            </a:lvl6pPr>
            <a:lvl7pPr>
              <a:defRPr sz="3075" b="1">
                <a:solidFill>
                  <a:srgbClr val="102C38"/>
                </a:solidFill>
                <a:latin typeface="Arial"/>
                <a:ea typeface="Arial"/>
                <a:cs typeface="Arial"/>
              </a:defRPr>
            </a:lvl7pPr>
            <a:lvl8pPr>
              <a:defRPr sz="3075" b="1">
                <a:solidFill>
                  <a:srgbClr val="102C38"/>
                </a:solidFill>
                <a:latin typeface="Arial"/>
                <a:ea typeface="Arial"/>
                <a:cs typeface="Arial"/>
              </a:defRPr>
            </a:lvl8pPr>
            <a:lvl9pPr>
              <a:defRPr sz="3075" b="1">
                <a:solidFill>
                  <a:srgbClr val="102C38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3075" b="1">
                <a:solidFill>
                  <a:srgbClr val="102C38"/>
                </a:solidFill>
                <a:latin typeface="Arial"/>
                <a:ea typeface="Arial"/>
                <a:cs typeface="Arial"/>
              </a:defRPr>
            </a:pPr>
            <a:r>
              <a:rPr sz="3075" b="1">
                <a:solidFill>
                  <a:srgbClr val="102C38"/>
                </a:solidFill>
                <a:latin typeface="Arial"/>
                <a:ea typeface="Arial"/>
                <a:cs typeface="Arial"/>
              </a:rPr>
              <a:t>Rappel individuel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5443FD7-C22F-4F8B-9195-826A8A6C3BBA}"/>
              </a:ext>
            </a:extLst>
          </p:cNvPr>
          <p:cNvSpPr>
            <a:spLocks noGrp="1"/>
          </p:cNvSpPr>
          <p:nvPr/>
        </p:nvSpPr>
        <p:spPr>
          <a:xfrm>
            <a:off x="723900" y="2000250"/>
            <a:ext cx="10763250" cy="9144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250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defPPr>
            <a:lvl1pPr>
              <a:defRPr sz="2250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lvl1pPr>
            <a:lvl2pPr>
              <a:defRPr sz="2250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lvl2pPr>
            <a:lvl3pPr>
              <a:defRPr sz="2250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lvl3pPr>
            <a:lvl4pPr>
              <a:defRPr sz="2250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lvl4pPr>
            <a:lvl5pPr>
              <a:defRPr sz="2250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lvl5pPr>
            <a:lvl6pPr>
              <a:defRPr sz="2250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lvl6pPr>
            <a:lvl7pPr>
              <a:defRPr sz="2250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lvl7pPr>
            <a:lvl8pPr>
              <a:defRPr sz="2250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lvl8pPr>
            <a:lvl9pPr>
              <a:defRPr sz="2250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2250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02C38"/>
                </a:solidFill>
                <a:latin typeface="Arial"/>
                <a:ea typeface="Arial"/>
                <a:cs typeface="Arial"/>
              </a:rPr>
              <a:t>Que contient une prop ?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5DC0F39-55BF-4C87-BA7D-17AF45333EFC}"/>
              </a:ext>
            </a:extLst>
          </p:cNvPr>
          <p:cNvSpPr>
            <a:spLocks noGrp="1"/>
          </p:cNvSpPr>
          <p:nvPr/>
        </p:nvSpPr>
        <p:spPr>
          <a:xfrm>
            <a:off x="723900" y="2971800"/>
            <a:ext cx="10763250" cy="9144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250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defPPr>
            <a:lvl1pPr>
              <a:defRPr sz="2250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lvl1pPr>
            <a:lvl2pPr>
              <a:defRPr sz="2250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lvl2pPr>
            <a:lvl3pPr>
              <a:defRPr sz="2250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lvl3pPr>
            <a:lvl4pPr>
              <a:defRPr sz="2250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lvl4pPr>
            <a:lvl5pPr>
              <a:defRPr sz="2250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lvl5pPr>
            <a:lvl6pPr>
              <a:defRPr sz="2250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lvl6pPr>
            <a:lvl7pPr>
              <a:defRPr sz="2250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lvl7pPr>
            <a:lvl8pPr>
              <a:defRPr sz="2250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lvl8pPr>
            <a:lvl9pPr>
              <a:defRPr sz="2250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2250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02C38"/>
                </a:solidFill>
                <a:latin typeface="Arial"/>
                <a:ea typeface="Arial"/>
                <a:cs typeface="Arial"/>
              </a:rPr>
              <a:t>À quoi </a:t>
            </a:r>
            <a:r>
              <a:rPr sz="2250" b="0" err="1">
                <a:solidFill>
                  <a:srgbClr val="102C38"/>
                </a:solidFill>
                <a:latin typeface="Arial"/>
                <a:ea typeface="Arial"/>
                <a:cs typeface="Arial"/>
              </a:rPr>
              <a:t>servent</a:t>
            </a:r>
            <a:r>
              <a:rPr sz="2250" b="0">
                <a:solidFill>
                  <a:srgbClr val="102C38"/>
                </a:solidFill>
                <a:latin typeface="Arial"/>
                <a:ea typeface="Arial"/>
                <a:cs typeface="Arial"/>
              </a:rPr>
              <a:t> map ?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8793003-03E5-4CE1-B8AB-8FB6C405395F}"/>
              </a:ext>
            </a:extLst>
          </p:cNvPr>
          <p:cNvSpPr>
            <a:spLocks noGrp="1"/>
          </p:cNvSpPr>
          <p:nvPr/>
        </p:nvSpPr>
        <p:spPr>
          <a:xfrm>
            <a:off x="723900" y="3943350"/>
            <a:ext cx="10763250" cy="9144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250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defPPr>
            <a:lvl1pPr>
              <a:defRPr sz="2250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lvl1pPr>
            <a:lvl2pPr>
              <a:defRPr sz="2250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lvl2pPr>
            <a:lvl3pPr>
              <a:defRPr sz="2250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lvl3pPr>
            <a:lvl4pPr>
              <a:defRPr sz="2250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lvl4pPr>
            <a:lvl5pPr>
              <a:defRPr sz="2250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lvl5pPr>
            <a:lvl6pPr>
              <a:defRPr sz="2250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lvl6pPr>
            <a:lvl7pPr>
              <a:defRPr sz="2250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lvl7pPr>
            <a:lvl8pPr>
              <a:defRPr sz="2250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lvl8pPr>
            <a:lvl9pPr>
              <a:defRPr sz="2250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2250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02C38"/>
                </a:solidFill>
                <a:latin typeface="Arial"/>
                <a:ea typeface="Arial"/>
                <a:cs typeface="Arial"/>
              </a:rPr>
              <a:t>Pourquoi un enfant ne doit-il pas modifier son objet local ?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5E88267-9858-469B-88DE-C499C0CC716B}"/>
              </a:ext>
            </a:extLst>
          </p:cNvPr>
          <p:cNvSpPr>
            <a:spLocks noGrp="1"/>
          </p:cNvSpPr>
          <p:nvPr/>
        </p:nvSpPr>
        <p:spPr>
          <a:xfrm>
            <a:off x="11334750" y="6457950"/>
            <a:ext cx="523875" cy="2190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200" b="0">
                <a:solidFill>
                  <a:srgbClr val="4E6670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4E6670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4E6670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4E6670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4E6670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4E6670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4E6670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4E6670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4E6670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4E6670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200" b="0">
                <a:solidFill>
                  <a:srgbClr val="4E667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4E6670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94160248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6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F435235F-3897-419D-9649-AF4C1267EB57}"/>
              </a:ext>
            </a:extLst>
          </p:cNvPr>
          <p:cNvSpPr>
            <a:spLocks noGrp="1"/>
          </p:cNvSpPr>
          <p:nvPr/>
        </p:nvSpPr>
        <p:spPr>
          <a:xfrm>
            <a:off x="685800" y="352425"/>
            <a:ext cx="10763250" cy="2952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350" b="1">
                <a:solidFill>
                  <a:srgbClr val="087F75"/>
                </a:solidFill>
                <a:latin typeface="Arial"/>
                <a:ea typeface="Arial"/>
                <a:cs typeface="Arial"/>
              </a:defRPr>
            </a:defPPr>
            <a:lvl1pPr>
              <a:defRPr sz="1350" b="1">
                <a:solidFill>
                  <a:srgbClr val="087F75"/>
                </a:solidFill>
                <a:latin typeface="Arial"/>
                <a:ea typeface="Arial"/>
                <a:cs typeface="Arial"/>
              </a:defRPr>
            </a:lvl1pPr>
            <a:lvl2pPr>
              <a:defRPr sz="1350" b="1">
                <a:solidFill>
                  <a:srgbClr val="087F75"/>
                </a:solidFill>
                <a:latin typeface="Arial"/>
                <a:ea typeface="Arial"/>
                <a:cs typeface="Arial"/>
              </a:defRPr>
            </a:lvl2pPr>
            <a:lvl3pPr>
              <a:defRPr sz="1350" b="1">
                <a:solidFill>
                  <a:srgbClr val="087F75"/>
                </a:solidFill>
                <a:latin typeface="Arial"/>
                <a:ea typeface="Arial"/>
                <a:cs typeface="Arial"/>
              </a:defRPr>
            </a:lvl3pPr>
            <a:lvl4pPr>
              <a:defRPr sz="1350" b="1">
                <a:solidFill>
                  <a:srgbClr val="087F75"/>
                </a:solidFill>
                <a:latin typeface="Arial"/>
                <a:ea typeface="Arial"/>
                <a:cs typeface="Arial"/>
              </a:defRPr>
            </a:lvl4pPr>
            <a:lvl5pPr>
              <a:defRPr sz="1350" b="1">
                <a:solidFill>
                  <a:srgbClr val="087F75"/>
                </a:solidFill>
                <a:latin typeface="Arial"/>
                <a:ea typeface="Arial"/>
                <a:cs typeface="Arial"/>
              </a:defRPr>
            </a:lvl5pPr>
            <a:lvl6pPr>
              <a:defRPr sz="1350" b="1">
                <a:solidFill>
                  <a:srgbClr val="087F75"/>
                </a:solidFill>
                <a:latin typeface="Arial"/>
                <a:ea typeface="Arial"/>
                <a:cs typeface="Arial"/>
              </a:defRPr>
            </a:lvl6pPr>
            <a:lvl7pPr>
              <a:defRPr sz="1350" b="1">
                <a:solidFill>
                  <a:srgbClr val="087F75"/>
                </a:solidFill>
                <a:latin typeface="Arial"/>
                <a:ea typeface="Arial"/>
                <a:cs typeface="Arial"/>
              </a:defRPr>
            </a:lvl7pPr>
            <a:lvl8pPr>
              <a:defRPr sz="1350" b="1">
                <a:solidFill>
                  <a:srgbClr val="087F75"/>
                </a:solidFill>
                <a:latin typeface="Arial"/>
                <a:ea typeface="Arial"/>
                <a:cs typeface="Arial"/>
              </a:defRPr>
            </a:lvl8pPr>
            <a:lvl9pPr>
              <a:defRPr sz="1350" b="1">
                <a:solidFill>
                  <a:srgbClr val="087F75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350" b="1">
                <a:solidFill>
                  <a:srgbClr val="087F75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87F75"/>
                </a:solidFill>
                <a:latin typeface="Arial"/>
                <a:ea typeface="Arial"/>
                <a:cs typeface="Arial"/>
              </a:rPr>
              <a:t>CORRIGÉ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C23198F-99A8-47A9-859A-F7A91888B16B}"/>
              </a:ext>
            </a:extLst>
          </p:cNvPr>
          <p:cNvSpPr>
            <a:spLocks noGrp="1"/>
          </p:cNvSpPr>
          <p:nvPr/>
        </p:nvSpPr>
        <p:spPr>
          <a:xfrm>
            <a:off x="685800" y="866775"/>
            <a:ext cx="10858500" cy="9144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3075" b="1">
                <a:solidFill>
                  <a:srgbClr val="102C38"/>
                </a:solidFill>
                <a:latin typeface="Arial"/>
                <a:ea typeface="Arial"/>
                <a:cs typeface="Arial"/>
              </a:defRPr>
            </a:defPPr>
            <a:lvl1pPr>
              <a:defRPr sz="3075" b="1">
                <a:solidFill>
                  <a:srgbClr val="102C38"/>
                </a:solidFill>
                <a:latin typeface="Arial"/>
                <a:ea typeface="Arial"/>
                <a:cs typeface="Arial"/>
              </a:defRPr>
            </a:lvl1pPr>
            <a:lvl2pPr>
              <a:defRPr sz="3075" b="1">
                <a:solidFill>
                  <a:srgbClr val="102C38"/>
                </a:solidFill>
                <a:latin typeface="Arial"/>
                <a:ea typeface="Arial"/>
                <a:cs typeface="Arial"/>
              </a:defRPr>
            </a:lvl2pPr>
            <a:lvl3pPr>
              <a:defRPr sz="3075" b="1">
                <a:solidFill>
                  <a:srgbClr val="102C38"/>
                </a:solidFill>
                <a:latin typeface="Arial"/>
                <a:ea typeface="Arial"/>
                <a:cs typeface="Arial"/>
              </a:defRPr>
            </a:lvl3pPr>
            <a:lvl4pPr>
              <a:defRPr sz="3075" b="1">
                <a:solidFill>
                  <a:srgbClr val="102C38"/>
                </a:solidFill>
                <a:latin typeface="Arial"/>
                <a:ea typeface="Arial"/>
                <a:cs typeface="Arial"/>
              </a:defRPr>
            </a:lvl4pPr>
            <a:lvl5pPr>
              <a:defRPr sz="3075" b="1">
                <a:solidFill>
                  <a:srgbClr val="102C38"/>
                </a:solidFill>
                <a:latin typeface="Arial"/>
                <a:ea typeface="Arial"/>
                <a:cs typeface="Arial"/>
              </a:defRPr>
            </a:lvl5pPr>
            <a:lvl6pPr>
              <a:defRPr sz="3075" b="1">
                <a:solidFill>
                  <a:srgbClr val="102C38"/>
                </a:solidFill>
                <a:latin typeface="Arial"/>
                <a:ea typeface="Arial"/>
                <a:cs typeface="Arial"/>
              </a:defRPr>
            </a:lvl6pPr>
            <a:lvl7pPr>
              <a:defRPr sz="3075" b="1">
                <a:solidFill>
                  <a:srgbClr val="102C38"/>
                </a:solidFill>
                <a:latin typeface="Arial"/>
                <a:ea typeface="Arial"/>
                <a:cs typeface="Arial"/>
              </a:defRPr>
            </a:lvl7pPr>
            <a:lvl8pPr>
              <a:defRPr sz="3075" b="1">
                <a:solidFill>
                  <a:srgbClr val="102C38"/>
                </a:solidFill>
                <a:latin typeface="Arial"/>
                <a:ea typeface="Arial"/>
                <a:cs typeface="Arial"/>
              </a:defRPr>
            </a:lvl8pPr>
            <a:lvl9pPr>
              <a:defRPr sz="3075" b="1">
                <a:solidFill>
                  <a:srgbClr val="102C38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3075" b="1">
                <a:solidFill>
                  <a:srgbClr val="102C38"/>
                </a:solidFill>
                <a:latin typeface="Arial"/>
                <a:ea typeface="Arial"/>
                <a:cs typeface="Arial"/>
              </a:defRPr>
            </a:pPr>
            <a:r>
              <a:rPr sz="3075" b="1">
                <a:solidFill>
                  <a:srgbClr val="102C38"/>
                </a:solidFill>
                <a:latin typeface="Arial"/>
                <a:ea typeface="Arial"/>
                <a:cs typeface="Arial"/>
              </a:rPr>
              <a:t>Rappel : correction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853288C-DB24-485D-9BA2-D2FFA504B66C}"/>
              </a:ext>
            </a:extLst>
          </p:cNvPr>
          <p:cNvSpPr>
            <a:spLocks noGrp="1"/>
          </p:cNvSpPr>
          <p:nvPr/>
        </p:nvSpPr>
        <p:spPr>
          <a:xfrm>
            <a:off x="723900" y="2000250"/>
            <a:ext cx="10763250" cy="9144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250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defPPr>
            <a:lvl1pPr>
              <a:defRPr sz="2250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lvl1pPr>
            <a:lvl2pPr>
              <a:defRPr sz="2250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lvl2pPr>
            <a:lvl3pPr>
              <a:defRPr sz="2250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lvl3pPr>
            <a:lvl4pPr>
              <a:defRPr sz="2250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lvl4pPr>
            <a:lvl5pPr>
              <a:defRPr sz="2250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lvl5pPr>
            <a:lvl6pPr>
              <a:defRPr sz="2250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lvl6pPr>
            <a:lvl7pPr>
              <a:defRPr sz="2250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lvl7pPr>
            <a:lvl8pPr>
              <a:defRPr sz="2250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lvl8pPr>
            <a:lvl9pPr>
              <a:defRPr sz="2250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2250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02C38"/>
                </a:solidFill>
                <a:latin typeface="Arial"/>
                <a:ea typeface="Arial"/>
                <a:cs typeface="Arial"/>
              </a:rPr>
              <a:t>Une prop transporte une donnée du parent vers l’enfant.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E342335-603F-47C5-A8EE-612769EBFCF2}"/>
              </a:ext>
            </a:extLst>
          </p:cNvPr>
          <p:cNvSpPr>
            <a:spLocks noGrp="1"/>
          </p:cNvSpPr>
          <p:nvPr/>
        </p:nvSpPr>
        <p:spPr>
          <a:xfrm>
            <a:off x="723900" y="2971800"/>
            <a:ext cx="10763250" cy="9144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250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defPPr>
            <a:lvl1pPr>
              <a:defRPr sz="2250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lvl1pPr>
            <a:lvl2pPr>
              <a:defRPr sz="2250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lvl2pPr>
            <a:lvl3pPr>
              <a:defRPr sz="2250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lvl3pPr>
            <a:lvl4pPr>
              <a:defRPr sz="2250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lvl4pPr>
            <a:lvl5pPr>
              <a:defRPr sz="2250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lvl5pPr>
            <a:lvl6pPr>
              <a:defRPr sz="2250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lvl6pPr>
            <a:lvl7pPr>
              <a:defRPr sz="2250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lvl7pPr>
            <a:lvl8pPr>
              <a:defRPr sz="2250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lvl8pPr>
            <a:lvl9pPr>
              <a:defRPr sz="2250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2250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02C38"/>
                </a:solidFill>
                <a:latin typeface="Arial"/>
                <a:ea typeface="Arial"/>
                <a:cs typeface="Arial"/>
              </a:rPr>
              <a:t>map </a:t>
            </a:r>
            <a:r>
              <a:rPr sz="2250" b="0" err="1">
                <a:solidFill>
                  <a:srgbClr val="102C38"/>
                </a:solidFill>
                <a:latin typeface="Arial"/>
                <a:ea typeface="Arial"/>
                <a:cs typeface="Arial"/>
              </a:rPr>
              <a:t>produit</a:t>
            </a:r>
            <a:r>
              <a:rPr sz="2250" b="0">
                <a:solidFill>
                  <a:srgbClr val="102C38"/>
                </a:solidFill>
                <a:latin typeface="Arial"/>
                <a:ea typeface="Arial"/>
                <a:cs typeface="Arial"/>
              </a:rPr>
              <a:t> </a:t>
            </a:r>
            <a:r>
              <a:rPr sz="2250" b="0" err="1">
                <a:solidFill>
                  <a:srgbClr val="102C38"/>
                </a:solidFill>
                <a:latin typeface="Arial"/>
                <a:ea typeface="Arial"/>
                <a:cs typeface="Arial"/>
              </a:rPr>
              <a:t>une</a:t>
            </a:r>
            <a:r>
              <a:rPr sz="2250" b="0">
                <a:solidFill>
                  <a:srgbClr val="102C38"/>
                </a:solidFill>
                <a:latin typeface="Arial"/>
                <a:ea typeface="Arial"/>
                <a:cs typeface="Arial"/>
              </a:rPr>
              <a:t> </a:t>
            </a:r>
            <a:r>
              <a:rPr sz="2250" b="0" err="1">
                <a:solidFill>
                  <a:srgbClr val="102C38"/>
                </a:solidFill>
                <a:latin typeface="Arial"/>
                <a:ea typeface="Arial"/>
                <a:cs typeface="Arial"/>
              </a:rPr>
              <a:t>liste</a:t>
            </a:r>
            <a:endParaRPr sz="2250" b="0">
              <a:solidFill>
                <a:srgbClr val="102C38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9E51542-AD46-4E19-B781-E056AC7BB19C}"/>
              </a:ext>
            </a:extLst>
          </p:cNvPr>
          <p:cNvSpPr>
            <a:spLocks noGrp="1"/>
          </p:cNvSpPr>
          <p:nvPr/>
        </p:nvSpPr>
        <p:spPr>
          <a:xfrm>
            <a:off x="723900" y="3943350"/>
            <a:ext cx="10763250" cy="9144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250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defPPr>
            <a:lvl1pPr>
              <a:defRPr sz="2250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lvl1pPr>
            <a:lvl2pPr>
              <a:defRPr sz="2250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lvl2pPr>
            <a:lvl3pPr>
              <a:defRPr sz="2250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lvl3pPr>
            <a:lvl4pPr>
              <a:defRPr sz="2250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lvl4pPr>
            <a:lvl5pPr>
              <a:defRPr sz="2250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lvl5pPr>
            <a:lvl6pPr>
              <a:defRPr sz="2250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lvl6pPr>
            <a:lvl7pPr>
              <a:defRPr sz="2250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lvl7pPr>
            <a:lvl8pPr>
              <a:defRPr sz="2250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lvl8pPr>
            <a:lvl9pPr>
              <a:defRPr sz="2250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2250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02C38"/>
                </a:solidFill>
                <a:latin typeface="Arial"/>
                <a:ea typeface="Arial"/>
                <a:cs typeface="Arial"/>
              </a:rPr>
              <a:t>Les props sont en lecture seule pour le composant qui les reçoit.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F3F3638-FB5B-4F3E-B8E2-00DC79600E9F}"/>
              </a:ext>
            </a:extLst>
          </p:cNvPr>
          <p:cNvSpPr>
            <a:spLocks noGrp="1"/>
          </p:cNvSpPr>
          <p:nvPr/>
        </p:nvSpPr>
        <p:spPr>
          <a:xfrm>
            <a:off x="11334750" y="6457950"/>
            <a:ext cx="523875" cy="2190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200" b="0">
                <a:solidFill>
                  <a:srgbClr val="4E6670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4E6670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4E6670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4E6670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4E6670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4E6670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4E6670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4E6670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4E6670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4E6670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200" b="0">
                <a:solidFill>
                  <a:srgbClr val="4E667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4E6670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85595782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6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C0B39998-9612-4F91-B2D0-15FF9FE432D5}"/>
              </a:ext>
            </a:extLst>
          </p:cNvPr>
          <p:cNvSpPr>
            <a:spLocks noGrp="1"/>
          </p:cNvSpPr>
          <p:nvPr/>
        </p:nvSpPr>
        <p:spPr>
          <a:xfrm>
            <a:off x="685800" y="352425"/>
            <a:ext cx="10763250" cy="2952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350" b="1">
                <a:solidFill>
                  <a:srgbClr val="087F75"/>
                </a:solidFill>
                <a:latin typeface="Arial"/>
                <a:ea typeface="Arial"/>
                <a:cs typeface="Arial"/>
              </a:defRPr>
            </a:defPPr>
            <a:lvl1pPr>
              <a:defRPr sz="1350" b="1">
                <a:solidFill>
                  <a:srgbClr val="087F75"/>
                </a:solidFill>
                <a:latin typeface="Arial"/>
                <a:ea typeface="Arial"/>
                <a:cs typeface="Arial"/>
              </a:defRPr>
            </a:lvl1pPr>
            <a:lvl2pPr>
              <a:defRPr sz="1350" b="1">
                <a:solidFill>
                  <a:srgbClr val="087F75"/>
                </a:solidFill>
                <a:latin typeface="Arial"/>
                <a:ea typeface="Arial"/>
                <a:cs typeface="Arial"/>
              </a:defRPr>
            </a:lvl2pPr>
            <a:lvl3pPr>
              <a:defRPr sz="1350" b="1">
                <a:solidFill>
                  <a:srgbClr val="087F75"/>
                </a:solidFill>
                <a:latin typeface="Arial"/>
                <a:ea typeface="Arial"/>
                <a:cs typeface="Arial"/>
              </a:defRPr>
            </a:lvl3pPr>
            <a:lvl4pPr>
              <a:defRPr sz="1350" b="1">
                <a:solidFill>
                  <a:srgbClr val="087F75"/>
                </a:solidFill>
                <a:latin typeface="Arial"/>
                <a:ea typeface="Arial"/>
                <a:cs typeface="Arial"/>
              </a:defRPr>
            </a:lvl4pPr>
            <a:lvl5pPr>
              <a:defRPr sz="1350" b="1">
                <a:solidFill>
                  <a:srgbClr val="087F75"/>
                </a:solidFill>
                <a:latin typeface="Arial"/>
                <a:ea typeface="Arial"/>
                <a:cs typeface="Arial"/>
              </a:defRPr>
            </a:lvl5pPr>
            <a:lvl6pPr>
              <a:defRPr sz="1350" b="1">
                <a:solidFill>
                  <a:srgbClr val="087F75"/>
                </a:solidFill>
                <a:latin typeface="Arial"/>
                <a:ea typeface="Arial"/>
                <a:cs typeface="Arial"/>
              </a:defRPr>
            </a:lvl6pPr>
            <a:lvl7pPr>
              <a:defRPr sz="1350" b="1">
                <a:solidFill>
                  <a:srgbClr val="087F75"/>
                </a:solidFill>
                <a:latin typeface="Arial"/>
                <a:ea typeface="Arial"/>
                <a:cs typeface="Arial"/>
              </a:defRPr>
            </a:lvl7pPr>
            <a:lvl8pPr>
              <a:defRPr sz="1350" b="1">
                <a:solidFill>
                  <a:srgbClr val="087F75"/>
                </a:solidFill>
                <a:latin typeface="Arial"/>
                <a:ea typeface="Arial"/>
                <a:cs typeface="Arial"/>
              </a:defRPr>
            </a:lvl8pPr>
            <a:lvl9pPr>
              <a:defRPr sz="1350" b="1">
                <a:solidFill>
                  <a:srgbClr val="087F75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350" b="1">
                <a:solidFill>
                  <a:srgbClr val="087F75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87F75"/>
                </a:solidFill>
                <a:latin typeface="Arial"/>
                <a:ea typeface="Arial"/>
                <a:cs typeface="Arial"/>
              </a:rPr>
              <a:t>COURS · SÉANCE 3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50C4B0C6-930A-474C-850E-3E69B05DAB86}"/>
              </a:ext>
            </a:extLst>
          </p:cNvPr>
          <p:cNvSpPr>
            <a:spLocks noGrp="1"/>
          </p:cNvSpPr>
          <p:nvPr/>
        </p:nvSpPr>
        <p:spPr>
          <a:xfrm>
            <a:off x="685800" y="866775"/>
            <a:ext cx="10858500" cy="9144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3075" b="1">
                <a:solidFill>
                  <a:srgbClr val="102C38"/>
                </a:solidFill>
                <a:latin typeface="Arial"/>
                <a:ea typeface="Arial"/>
                <a:cs typeface="Arial"/>
              </a:defRPr>
            </a:defPPr>
            <a:lvl1pPr>
              <a:defRPr sz="3075" b="1">
                <a:solidFill>
                  <a:srgbClr val="102C38"/>
                </a:solidFill>
                <a:latin typeface="Arial"/>
                <a:ea typeface="Arial"/>
                <a:cs typeface="Arial"/>
              </a:defRPr>
            </a:lvl1pPr>
            <a:lvl2pPr>
              <a:defRPr sz="3075" b="1">
                <a:solidFill>
                  <a:srgbClr val="102C38"/>
                </a:solidFill>
                <a:latin typeface="Arial"/>
                <a:ea typeface="Arial"/>
                <a:cs typeface="Arial"/>
              </a:defRPr>
            </a:lvl2pPr>
            <a:lvl3pPr>
              <a:defRPr sz="3075" b="1">
                <a:solidFill>
                  <a:srgbClr val="102C38"/>
                </a:solidFill>
                <a:latin typeface="Arial"/>
                <a:ea typeface="Arial"/>
                <a:cs typeface="Arial"/>
              </a:defRPr>
            </a:lvl3pPr>
            <a:lvl4pPr>
              <a:defRPr sz="3075" b="1">
                <a:solidFill>
                  <a:srgbClr val="102C38"/>
                </a:solidFill>
                <a:latin typeface="Arial"/>
                <a:ea typeface="Arial"/>
                <a:cs typeface="Arial"/>
              </a:defRPr>
            </a:lvl4pPr>
            <a:lvl5pPr>
              <a:defRPr sz="3075" b="1">
                <a:solidFill>
                  <a:srgbClr val="102C38"/>
                </a:solidFill>
                <a:latin typeface="Arial"/>
                <a:ea typeface="Arial"/>
                <a:cs typeface="Arial"/>
              </a:defRPr>
            </a:lvl5pPr>
            <a:lvl6pPr>
              <a:defRPr sz="3075" b="1">
                <a:solidFill>
                  <a:srgbClr val="102C38"/>
                </a:solidFill>
                <a:latin typeface="Arial"/>
                <a:ea typeface="Arial"/>
                <a:cs typeface="Arial"/>
              </a:defRPr>
            </a:lvl6pPr>
            <a:lvl7pPr>
              <a:defRPr sz="3075" b="1">
                <a:solidFill>
                  <a:srgbClr val="102C38"/>
                </a:solidFill>
                <a:latin typeface="Arial"/>
                <a:ea typeface="Arial"/>
                <a:cs typeface="Arial"/>
              </a:defRPr>
            </a:lvl7pPr>
            <a:lvl8pPr>
              <a:defRPr sz="3075" b="1">
                <a:solidFill>
                  <a:srgbClr val="102C38"/>
                </a:solidFill>
                <a:latin typeface="Arial"/>
                <a:ea typeface="Arial"/>
                <a:cs typeface="Arial"/>
              </a:defRPr>
            </a:lvl8pPr>
            <a:lvl9pPr>
              <a:defRPr sz="3075" b="1">
                <a:solidFill>
                  <a:srgbClr val="102C38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3075" b="1">
                <a:solidFill>
                  <a:srgbClr val="102C38"/>
                </a:solidFill>
                <a:latin typeface="Arial"/>
                <a:ea typeface="Arial"/>
                <a:cs typeface="Arial"/>
              </a:defRPr>
            </a:pPr>
            <a:r>
              <a:rPr sz="3075" b="1">
                <a:solidFill>
                  <a:srgbClr val="102C38"/>
                </a:solidFill>
                <a:latin typeface="Arial"/>
                <a:ea typeface="Arial"/>
                <a:cs typeface="Arial"/>
              </a:rPr>
              <a:t>Un clic déclenche une fonction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B06A27E-0AB1-454E-8A66-655677230AAC}"/>
              </a:ext>
            </a:extLst>
          </p:cNvPr>
          <p:cNvSpPr>
            <a:spLocks noGrp="1"/>
          </p:cNvSpPr>
          <p:nvPr/>
        </p:nvSpPr>
        <p:spPr>
          <a:xfrm>
            <a:off x="723900" y="2000250"/>
            <a:ext cx="10763250" cy="9144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250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defPPr>
            <a:lvl1pPr>
              <a:defRPr sz="2250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lvl1pPr>
            <a:lvl2pPr>
              <a:defRPr sz="2250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lvl2pPr>
            <a:lvl3pPr>
              <a:defRPr sz="2250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lvl3pPr>
            <a:lvl4pPr>
              <a:defRPr sz="2250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lvl4pPr>
            <a:lvl5pPr>
              <a:defRPr sz="2250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lvl5pPr>
            <a:lvl6pPr>
              <a:defRPr sz="2250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lvl6pPr>
            <a:lvl7pPr>
              <a:defRPr sz="2250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lvl7pPr>
            <a:lvl8pPr>
              <a:defRPr sz="2250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lvl8pPr>
            <a:lvl9pPr>
              <a:defRPr sz="2250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2250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02C38"/>
                </a:solidFill>
                <a:latin typeface="Arial"/>
                <a:ea typeface="Arial"/>
                <a:cs typeface="Arial"/>
              </a:rPr>
              <a:t>Un événement représente une interaction : clic, saisie ou soumission.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307C43D-92EA-4424-BF2E-270B03A29370}"/>
              </a:ext>
            </a:extLst>
          </p:cNvPr>
          <p:cNvSpPr>
            <a:spLocks noGrp="1"/>
          </p:cNvSpPr>
          <p:nvPr/>
        </p:nvSpPr>
        <p:spPr>
          <a:xfrm>
            <a:off x="723900" y="2971800"/>
            <a:ext cx="10763250" cy="9144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250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defPPr>
            <a:lvl1pPr>
              <a:defRPr sz="2250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lvl1pPr>
            <a:lvl2pPr>
              <a:defRPr sz="2250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lvl2pPr>
            <a:lvl3pPr>
              <a:defRPr sz="2250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lvl3pPr>
            <a:lvl4pPr>
              <a:defRPr sz="2250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lvl4pPr>
            <a:lvl5pPr>
              <a:defRPr sz="2250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lvl5pPr>
            <a:lvl6pPr>
              <a:defRPr sz="2250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lvl6pPr>
            <a:lvl7pPr>
              <a:defRPr sz="2250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lvl7pPr>
            <a:lvl8pPr>
              <a:defRPr sz="2250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lvl8pPr>
            <a:lvl9pPr>
              <a:defRPr sz="2250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2250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02C38"/>
                </a:solidFill>
                <a:latin typeface="Arial"/>
                <a:ea typeface="Arial"/>
                <a:cs typeface="Arial"/>
              </a:rPr>
              <a:t>onClick reçoit une fonction que React appellera lors du clic.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41FB42B-33A8-495F-AE0C-77EE1650E854}"/>
              </a:ext>
            </a:extLst>
          </p:cNvPr>
          <p:cNvSpPr>
            <a:spLocks noGrp="1"/>
          </p:cNvSpPr>
          <p:nvPr/>
        </p:nvSpPr>
        <p:spPr>
          <a:xfrm>
            <a:off x="723900" y="3943350"/>
            <a:ext cx="10763250" cy="9144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250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defPPr>
            <a:lvl1pPr>
              <a:defRPr sz="2250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lvl1pPr>
            <a:lvl2pPr>
              <a:defRPr sz="2250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lvl2pPr>
            <a:lvl3pPr>
              <a:defRPr sz="2250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lvl3pPr>
            <a:lvl4pPr>
              <a:defRPr sz="2250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lvl4pPr>
            <a:lvl5pPr>
              <a:defRPr sz="2250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lvl5pPr>
            <a:lvl6pPr>
              <a:defRPr sz="2250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lvl6pPr>
            <a:lvl7pPr>
              <a:defRPr sz="2250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lvl7pPr>
            <a:lvl8pPr>
              <a:defRPr sz="2250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lvl8pPr>
            <a:lvl9pPr>
              <a:defRPr sz="2250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2250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02C38"/>
                </a:solidFill>
                <a:latin typeface="Arial"/>
                <a:ea typeface="Arial"/>
                <a:cs typeface="Arial"/>
              </a:rPr>
              <a:t>onClick={choisir()} exécute choisir pendant le rendu. onClick={choisir} transmet la fonction.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136AAFE-797F-46A6-8276-EFECF74425D0}"/>
              </a:ext>
            </a:extLst>
          </p:cNvPr>
          <p:cNvSpPr>
            <a:spLocks noGrp="1"/>
          </p:cNvSpPr>
          <p:nvPr/>
        </p:nvSpPr>
        <p:spPr>
          <a:xfrm>
            <a:off x="11334750" y="6457950"/>
            <a:ext cx="523875" cy="2190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200" b="0">
                <a:solidFill>
                  <a:srgbClr val="4E6670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4E6670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4E6670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4E6670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4E6670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4E6670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4E6670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4E6670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4E6670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4E6670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200" b="0">
                <a:solidFill>
                  <a:srgbClr val="4E667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4E6670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88115351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6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07603B69-BA06-4557-96F6-F9EB21685B58}"/>
              </a:ext>
            </a:extLst>
          </p:cNvPr>
          <p:cNvSpPr>
            <a:spLocks noGrp="1"/>
          </p:cNvSpPr>
          <p:nvPr/>
        </p:nvSpPr>
        <p:spPr>
          <a:xfrm>
            <a:off x="685800" y="352425"/>
            <a:ext cx="10763250" cy="2952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350" b="1">
                <a:solidFill>
                  <a:srgbClr val="087F75"/>
                </a:solidFill>
                <a:latin typeface="Arial"/>
                <a:ea typeface="Arial"/>
                <a:cs typeface="Arial"/>
              </a:defRPr>
            </a:defPPr>
            <a:lvl1pPr>
              <a:defRPr sz="1350" b="1">
                <a:solidFill>
                  <a:srgbClr val="087F75"/>
                </a:solidFill>
                <a:latin typeface="Arial"/>
                <a:ea typeface="Arial"/>
                <a:cs typeface="Arial"/>
              </a:defRPr>
            </a:lvl1pPr>
            <a:lvl2pPr>
              <a:defRPr sz="1350" b="1">
                <a:solidFill>
                  <a:srgbClr val="087F75"/>
                </a:solidFill>
                <a:latin typeface="Arial"/>
                <a:ea typeface="Arial"/>
                <a:cs typeface="Arial"/>
              </a:defRPr>
            </a:lvl2pPr>
            <a:lvl3pPr>
              <a:defRPr sz="1350" b="1">
                <a:solidFill>
                  <a:srgbClr val="087F75"/>
                </a:solidFill>
                <a:latin typeface="Arial"/>
                <a:ea typeface="Arial"/>
                <a:cs typeface="Arial"/>
              </a:defRPr>
            </a:lvl3pPr>
            <a:lvl4pPr>
              <a:defRPr sz="1350" b="1">
                <a:solidFill>
                  <a:srgbClr val="087F75"/>
                </a:solidFill>
                <a:latin typeface="Arial"/>
                <a:ea typeface="Arial"/>
                <a:cs typeface="Arial"/>
              </a:defRPr>
            </a:lvl4pPr>
            <a:lvl5pPr>
              <a:defRPr sz="1350" b="1">
                <a:solidFill>
                  <a:srgbClr val="087F75"/>
                </a:solidFill>
                <a:latin typeface="Arial"/>
                <a:ea typeface="Arial"/>
                <a:cs typeface="Arial"/>
              </a:defRPr>
            </a:lvl5pPr>
            <a:lvl6pPr>
              <a:defRPr sz="1350" b="1">
                <a:solidFill>
                  <a:srgbClr val="087F75"/>
                </a:solidFill>
                <a:latin typeface="Arial"/>
                <a:ea typeface="Arial"/>
                <a:cs typeface="Arial"/>
              </a:defRPr>
            </a:lvl6pPr>
            <a:lvl7pPr>
              <a:defRPr sz="1350" b="1">
                <a:solidFill>
                  <a:srgbClr val="087F75"/>
                </a:solidFill>
                <a:latin typeface="Arial"/>
                <a:ea typeface="Arial"/>
                <a:cs typeface="Arial"/>
              </a:defRPr>
            </a:lvl7pPr>
            <a:lvl8pPr>
              <a:defRPr sz="1350" b="1">
                <a:solidFill>
                  <a:srgbClr val="087F75"/>
                </a:solidFill>
                <a:latin typeface="Arial"/>
                <a:ea typeface="Arial"/>
                <a:cs typeface="Arial"/>
              </a:defRPr>
            </a:lvl8pPr>
            <a:lvl9pPr>
              <a:defRPr sz="1350" b="1">
                <a:solidFill>
                  <a:srgbClr val="087F75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350" b="1">
                <a:solidFill>
                  <a:srgbClr val="087F75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87F75"/>
                </a:solidFill>
                <a:latin typeface="Arial"/>
                <a:ea typeface="Arial"/>
                <a:cs typeface="Arial"/>
              </a:rPr>
              <a:t>COURS · SÉANCE 3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9992DF1-06BA-4D9A-830C-FEABEFB851EE}"/>
              </a:ext>
            </a:extLst>
          </p:cNvPr>
          <p:cNvSpPr>
            <a:spLocks noGrp="1"/>
          </p:cNvSpPr>
          <p:nvPr/>
        </p:nvSpPr>
        <p:spPr>
          <a:xfrm>
            <a:off x="685800" y="866775"/>
            <a:ext cx="10858500" cy="9144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3075" b="1">
                <a:solidFill>
                  <a:srgbClr val="102C38"/>
                </a:solidFill>
                <a:latin typeface="Arial"/>
                <a:ea typeface="Arial"/>
                <a:cs typeface="Arial"/>
              </a:defRPr>
            </a:defPPr>
            <a:lvl1pPr>
              <a:defRPr sz="3075" b="1">
                <a:solidFill>
                  <a:srgbClr val="102C38"/>
                </a:solidFill>
                <a:latin typeface="Arial"/>
                <a:ea typeface="Arial"/>
                <a:cs typeface="Arial"/>
              </a:defRPr>
            </a:lvl1pPr>
            <a:lvl2pPr>
              <a:defRPr sz="3075" b="1">
                <a:solidFill>
                  <a:srgbClr val="102C38"/>
                </a:solidFill>
                <a:latin typeface="Arial"/>
                <a:ea typeface="Arial"/>
                <a:cs typeface="Arial"/>
              </a:defRPr>
            </a:lvl2pPr>
            <a:lvl3pPr>
              <a:defRPr sz="3075" b="1">
                <a:solidFill>
                  <a:srgbClr val="102C38"/>
                </a:solidFill>
                <a:latin typeface="Arial"/>
                <a:ea typeface="Arial"/>
                <a:cs typeface="Arial"/>
              </a:defRPr>
            </a:lvl3pPr>
            <a:lvl4pPr>
              <a:defRPr sz="3075" b="1">
                <a:solidFill>
                  <a:srgbClr val="102C38"/>
                </a:solidFill>
                <a:latin typeface="Arial"/>
                <a:ea typeface="Arial"/>
                <a:cs typeface="Arial"/>
              </a:defRPr>
            </a:lvl4pPr>
            <a:lvl5pPr>
              <a:defRPr sz="3075" b="1">
                <a:solidFill>
                  <a:srgbClr val="102C38"/>
                </a:solidFill>
                <a:latin typeface="Arial"/>
                <a:ea typeface="Arial"/>
                <a:cs typeface="Arial"/>
              </a:defRPr>
            </a:lvl5pPr>
            <a:lvl6pPr>
              <a:defRPr sz="3075" b="1">
                <a:solidFill>
                  <a:srgbClr val="102C38"/>
                </a:solidFill>
                <a:latin typeface="Arial"/>
                <a:ea typeface="Arial"/>
                <a:cs typeface="Arial"/>
              </a:defRPr>
            </a:lvl6pPr>
            <a:lvl7pPr>
              <a:defRPr sz="3075" b="1">
                <a:solidFill>
                  <a:srgbClr val="102C38"/>
                </a:solidFill>
                <a:latin typeface="Arial"/>
                <a:ea typeface="Arial"/>
                <a:cs typeface="Arial"/>
              </a:defRPr>
            </a:lvl7pPr>
            <a:lvl8pPr>
              <a:defRPr sz="3075" b="1">
                <a:solidFill>
                  <a:srgbClr val="102C38"/>
                </a:solidFill>
                <a:latin typeface="Arial"/>
                <a:ea typeface="Arial"/>
                <a:cs typeface="Arial"/>
              </a:defRPr>
            </a:lvl8pPr>
            <a:lvl9pPr>
              <a:defRPr sz="3075" b="1">
                <a:solidFill>
                  <a:srgbClr val="102C38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3075" b="1">
                <a:solidFill>
                  <a:srgbClr val="102C38"/>
                </a:solidFill>
                <a:latin typeface="Arial"/>
                <a:ea typeface="Arial"/>
                <a:cs typeface="Arial"/>
              </a:defRPr>
            </a:pPr>
            <a:r>
              <a:rPr sz="3075" b="1">
                <a:solidFill>
                  <a:srgbClr val="102C38"/>
                </a:solidFill>
                <a:latin typeface="Arial"/>
                <a:ea typeface="Arial"/>
                <a:cs typeface="Arial"/>
              </a:rPr>
              <a:t>Un clic déclenche une fonction : exemple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7B66213-6540-4AA9-841C-1B18E3F743D3}"/>
              </a:ext>
            </a:extLst>
          </p:cNvPr>
          <p:cNvSpPr>
            <a:spLocks noGrp="1"/>
          </p:cNvSpPr>
          <p:nvPr/>
        </p:nvSpPr>
        <p:spPr>
          <a:xfrm>
            <a:off x="723900" y="1943100"/>
            <a:ext cx="10668000" cy="15525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>
              <a:defRPr sz="1950" b="0">
                <a:solidFill>
                  <a:srgbClr val="087F75"/>
                </a:solidFill>
                <a:latin typeface="Consolas"/>
                <a:ea typeface="Consolas"/>
                <a:cs typeface="Consolas"/>
              </a:defRPr>
            </a:defPPr>
            <a:lvl1pPr>
              <a:defRPr sz="1950" b="0">
                <a:solidFill>
                  <a:srgbClr val="087F75"/>
                </a:solidFill>
                <a:latin typeface="Consolas"/>
                <a:ea typeface="Consolas"/>
                <a:cs typeface="Consolas"/>
              </a:defRPr>
            </a:lvl1pPr>
            <a:lvl2pPr>
              <a:defRPr sz="1950" b="0">
                <a:solidFill>
                  <a:srgbClr val="087F75"/>
                </a:solidFill>
                <a:latin typeface="Consolas"/>
                <a:ea typeface="Consolas"/>
                <a:cs typeface="Consolas"/>
              </a:defRPr>
            </a:lvl2pPr>
            <a:lvl3pPr>
              <a:defRPr sz="1950" b="0">
                <a:solidFill>
                  <a:srgbClr val="087F75"/>
                </a:solidFill>
                <a:latin typeface="Consolas"/>
                <a:ea typeface="Consolas"/>
                <a:cs typeface="Consolas"/>
              </a:defRPr>
            </a:lvl3pPr>
            <a:lvl4pPr>
              <a:defRPr sz="1950" b="0">
                <a:solidFill>
                  <a:srgbClr val="087F75"/>
                </a:solidFill>
                <a:latin typeface="Consolas"/>
                <a:ea typeface="Consolas"/>
                <a:cs typeface="Consolas"/>
              </a:defRPr>
            </a:lvl4pPr>
            <a:lvl5pPr>
              <a:defRPr sz="1950" b="0">
                <a:solidFill>
                  <a:srgbClr val="087F75"/>
                </a:solidFill>
                <a:latin typeface="Consolas"/>
                <a:ea typeface="Consolas"/>
                <a:cs typeface="Consolas"/>
              </a:defRPr>
            </a:lvl5pPr>
            <a:lvl6pPr>
              <a:defRPr sz="1950" b="0">
                <a:solidFill>
                  <a:srgbClr val="087F75"/>
                </a:solidFill>
                <a:latin typeface="Consolas"/>
                <a:ea typeface="Consolas"/>
                <a:cs typeface="Consolas"/>
              </a:defRPr>
            </a:lvl6pPr>
            <a:lvl7pPr>
              <a:defRPr sz="1950" b="0">
                <a:solidFill>
                  <a:srgbClr val="087F75"/>
                </a:solidFill>
                <a:latin typeface="Consolas"/>
                <a:ea typeface="Consolas"/>
                <a:cs typeface="Consolas"/>
              </a:defRPr>
            </a:lvl7pPr>
            <a:lvl8pPr>
              <a:defRPr sz="1950" b="0">
                <a:solidFill>
                  <a:srgbClr val="087F75"/>
                </a:solidFill>
                <a:latin typeface="Consolas"/>
                <a:ea typeface="Consolas"/>
                <a:cs typeface="Consolas"/>
              </a:defRPr>
            </a:lvl8pPr>
            <a:lvl9pPr>
              <a:defRPr sz="1950" b="0">
                <a:solidFill>
                  <a:srgbClr val="087F75"/>
                </a:solidFill>
                <a:latin typeface="Consolas"/>
                <a:ea typeface="Consolas"/>
                <a:cs typeface="Consolas"/>
              </a:defRPr>
            </a:lvl9pPr>
          </a:lstStyle>
          <a:p>
            <a:pPr>
              <a:defRPr sz="1950" b="0">
                <a:solidFill>
                  <a:srgbClr val="087F75"/>
                </a:solidFill>
                <a:latin typeface="Consolas"/>
                <a:ea typeface="Consolas"/>
                <a:cs typeface="Consolas"/>
              </a:defRPr>
            </a:pPr>
            <a:r>
              <a:rPr sz="1950" b="0">
                <a:solidFill>
                  <a:srgbClr val="087F75"/>
                </a:solidFill>
                <a:latin typeface="Consolas"/>
                <a:ea typeface="Consolas"/>
                <a:cs typeface="Consolas"/>
              </a:rPr>
              <a:t>function annoncer() {</a:t>
            </a:r>
          </a:p>
          <a:p>
            <a:pPr>
              <a:defRPr sz="1950" b="0">
                <a:solidFill>
                  <a:srgbClr val="087F75"/>
                </a:solidFill>
                <a:latin typeface="Consolas"/>
                <a:ea typeface="Consolas"/>
                <a:cs typeface="Consolas"/>
              </a:defRPr>
            </a:pPr>
            <a:r>
              <a:rPr sz="1950" b="0">
                <a:solidFill>
                  <a:srgbClr val="087F75"/>
                </a:solidFill>
                <a:latin typeface="Consolas"/>
                <a:ea typeface="Consolas"/>
                <a:cs typeface="Consolas"/>
              </a:rPr>
              <a:t>  alert("Local sélectionné");</a:t>
            </a:r>
          </a:p>
          <a:p>
            <a:pPr>
              <a:defRPr sz="1950" b="0">
                <a:solidFill>
                  <a:srgbClr val="087F75"/>
                </a:solidFill>
                <a:latin typeface="Consolas"/>
                <a:ea typeface="Consolas"/>
                <a:cs typeface="Consolas"/>
              </a:defRPr>
            </a:pPr>
            <a:r>
              <a:rPr sz="1950" b="0">
                <a:solidFill>
                  <a:srgbClr val="087F75"/>
                </a:solidFill>
                <a:latin typeface="Consolas"/>
                <a:ea typeface="Consolas"/>
                <a:cs typeface="Consolas"/>
              </a:rPr>
              <a:t>}</a:t>
            </a:r>
          </a:p>
          <a:p>
            <a:pPr>
              <a:defRPr sz="1950" b="0">
                <a:solidFill>
                  <a:srgbClr val="087F75"/>
                </a:solidFill>
                <a:latin typeface="Consolas"/>
                <a:ea typeface="Consolas"/>
                <a:cs typeface="Consolas"/>
              </a:defRPr>
            </a:pPr>
            <a:r>
              <a:rPr sz="1950" b="0">
                <a:solidFill>
                  <a:srgbClr val="087F75"/>
                </a:solidFill>
                <a:latin typeface="Consolas"/>
                <a:ea typeface="Consolas"/>
                <a:cs typeface="Consolas"/>
              </a:rPr>
              <a:t>// Dans le JSX</a:t>
            </a:r>
          </a:p>
          <a:p>
            <a:pPr>
              <a:defRPr sz="1950" b="0">
                <a:solidFill>
                  <a:srgbClr val="087F75"/>
                </a:solidFill>
                <a:latin typeface="Consolas"/>
                <a:ea typeface="Consolas"/>
                <a:cs typeface="Consolas"/>
              </a:defRPr>
            </a:pPr>
            <a:r>
              <a:rPr sz="1950" b="0">
                <a:solidFill>
                  <a:srgbClr val="087F75"/>
                </a:solidFill>
                <a:latin typeface="Consolas"/>
                <a:ea typeface="Consolas"/>
                <a:cs typeface="Consolas"/>
              </a:rPr>
              <a:t>&lt;button onClick={annoncer}&gt;Choisir&lt;/button&gt;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B752F52-BB5F-423C-AA4C-6BFC7F773F6B}"/>
              </a:ext>
            </a:extLst>
          </p:cNvPr>
          <p:cNvSpPr>
            <a:spLocks noGrp="1"/>
          </p:cNvSpPr>
          <p:nvPr/>
        </p:nvSpPr>
        <p:spPr>
          <a:xfrm>
            <a:off x="723900" y="3619500"/>
            <a:ext cx="10572750" cy="5619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800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defPPr>
            <a:lvl1pPr>
              <a:defRPr sz="1800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lvl1pPr>
            <a:lvl2pPr>
              <a:defRPr sz="1800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lvl2pPr>
            <a:lvl3pPr>
              <a:defRPr sz="1800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lvl3pPr>
            <a:lvl4pPr>
              <a:defRPr sz="1800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lvl4pPr>
            <a:lvl5pPr>
              <a:defRPr sz="1800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lvl5pPr>
            <a:lvl6pPr>
              <a:defRPr sz="1800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lvl6pPr>
            <a:lvl7pPr>
              <a:defRPr sz="1800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lvl7pPr>
            <a:lvl8pPr>
              <a:defRPr sz="1800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lvl8pPr>
            <a:lvl9pPr>
              <a:defRPr sz="1800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800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02C38"/>
                </a:solidFill>
                <a:latin typeface="Arial"/>
                <a:ea typeface="Arial"/>
                <a:cs typeface="Arial"/>
              </a:rPr>
              <a:t>Le gestionnaire annoncer est défini dans le composant. Le bouton le déclenche au clic.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4398153-0C9F-4477-BB0D-586034193CAE}"/>
              </a:ext>
            </a:extLst>
          </p:cNvPr>
          <p:cNvSpPr>
            <a:spLocks noGrp="1"/>
          </p:cNvSpPr>
          <p:nvPr/>
        </p:nvSpPr>
        <p:spPr>
          <a:xfrm>
            <a:off x="11334750" y="6457950"/>
            <a:ext cx="523875" cy="2190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200" b="0">
                <a:solidFill>
                  <a:srgbClr val="4E6670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4E6670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4E6670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4E6670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4E6670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4E6670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4E6670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4E6670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4E6670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4E6670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200" b="0">
                <a:solidFill>
                  <a:srgbClr val="4E667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4E6670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4099994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6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B6EEB173-4A50-435B-AB4F-7E0159B8D454}"/>
              </a:ext>
            </a:extLst>
          </p:cNvPr>
          <p:cNvSpPr>
            <a:spLocks noGrp="1"/>
          </p:cNvSpPr>
          <p:nvPr/>
        </p:nvSpPr>
        <p:spPr>
          <a:xfrm>
            <a:off x="685800" y="352425"/>
            <a:ext cx="10763250" cy="2952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350" b="1">
                <a:solidFill>
                  <a:srgbClr val="087F75"/>
                </a:solidFill>
                <a:latin typeface="Arial"/>
                <a:ea typeface="Arial"/>
                <a:cs typeface="Arial"/>
              </a:defRPr>
            </a:defPPr>
            <a:lvl1pPr>
              <a:defRPr sz="1350" b="1">
                <a:solidFill>
                  <a:srgbClr val="087F75"/>
                </a:solidFill>
                <a:latin typeface="Arial"/>
                <a:ea typeface="Arial"/>
                <a:cs typeface="Arial"/>
              </a:defRPr>
            </a:lvl1pPr>
            <a:lvl2pPr>
              <a:defRPr sz="1350" b="1">
                <a:solidFill>
                  <a:srgbClr val="087F75"/>
                </a:solidFill>
                <a:latin typeface="Arial"/>
                <a:ea typeface="Arial"/>
                <a:cs typeface="Arial"/>
              </a:defRPr>
            </a:lvl2pPr>
            <a:lvl3pPr>
              <a:defRPr sz="1350" b="1">
                <a:solidFill>
                  <a:srgbClr val="087F75"/>
                </a:solidFill>
                <a:latin typeface="Arial"/>
                <a:ea typeface="Arial"/>
                <a:cs typeface="Arial"/>
              </a:defRPr>
            </a:lvl3pPr>
            <a:lvl4pPr>
              <a:defRPr sz="1350" b="1">
                <a:solidFill>
                  <a:srgbClr val="087F75"/>
                </a:solidFill>
                <a:latin typeface="Arial"/>
                <a:ea typeface="Arial"/>
                <a:cs typeface="Arial"/>
              </a:defRPr>
            </a:lvl4pPr>
            <a:lvl5pPr>
              <a:defRPr sz="1350" b="1">
                <a:solidFill>
                  <a:srgbClr val="087F75"/>
                </a:solidFill>
                <a:latin typeface="Arial"/>
                <a:ea typeface="Arial"/>
                <a:cs typeface="Arial"/>
              </a:defRPr>
            </a:lvl5pPr>
            <a:lvl6pPr>
              <a:defRPr sz="1350" b="1">
                <a:solidFill>
                  <a:srgbClr val="087F75"/>
                </a:solidFill>
                <a:latin typeface="Arial"/>
                <a:ea typeface="Arial"/>
                <a:cs typeface="Arial"/>
              </a:defRPr>
            </a:lvl6pPr>
            <a:lvl7pPr>
              <a:defRPr sz="1350" b="1">
                <a:solidFill>
                  <a:srgbClr val="087F75"/>
                </a:solidFill>
                <a:latin typeface="Arial"/>
                <a:ea typeface="Arial"/>
                <a:cs typeface="Arial"/>
              </a:defRPr>
            </a:lvl7pPr>
            <a:lvl8pPr>
              <a:defRPr sz="1350" b="1">
                <a:solidFill>
                  <a:srgbClr val="087F75"/>
                </a:solidFill>
                <a:latin typeface="Arial"/>
                <a:ea typeface="Arial"/>
                <a:cs typeface="Arial"/>
              </a:defRPr>
            </a:lvl8pPr>
            <a:lvl9pPr>
              <a:defRPr sz="1350" b="1">
                <a:solidFill>
                  <a:srgbClr val="087F75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350" b="1">
                <a:solidFill>
                  <a:srgbClr val="087F75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87F75"/>
                </a:solidFill>
                <a:latin typeface="Arial"/>
                <a:ea typeface="Arial"/>
                <a:cs typeface="Arial"/>
              </a:rPr>
              <a:t>EXERCICE · 7 MIN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ACB967F-D7BA-4664-A661-1A779BFEB074}"/>
              </a:ext>
            </a:extLst>
          </p:cNvPr>
          <p:cNvSpPr>
            <a:spLocks noGrp="1"/>
          </p:cNvSpPr>
          <p:nvPr/>
        </p:nvSpPr>
        <p:spPr>
          <a:xfrm>
            <a:off x="685800" y="866775"/>
            <a:ext cx="10858500" cy="9144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3075" b="1">
                <a:solidFill>
                  <a:srgbClr val="102C38"/>
                </a:solidFill>
                <a:latin typeface="Arial"/>
                <a:ea typeface="Arial"/>
                <a:cs typeface="Arial"/>
              </a:defRPr>
            </a:defPPr>
            <a:lvl1pPr>
              <a:defRPr sz="3075" b="1">
                <a:solidFill>
                  <a:srgbClr val="102C38"/>
                </a:solidFill>
                <a:latin typeface="Arial"/>
                <a:ea typeface="Arial"/>
                <a:cs typeface="Arial"/>
              </a:defRPr>
            </a:lvl1pPr>
            <a:lvl2pPr>
              <a:defRPr sz="3075" b="1">
                <a:solidFill>
                  <a:srgbClr val="102C38"/>
                </a:solidFill>
                <a:latin typeface="Arial"/>
                <a:ea typeface="Arial"/>
                <a:cs typeface="Arial"/>
              </a:defRPr>
            </a:lvl2pPr>
            <a:lvl3pPr>
              <a:defRPr sz="3075" b="1">
                <a:solidFill>
                  <a:srgbClr val="102C38"/>
                </a:solidFill>
                <a:latin typeface="Arial"/>
                <a:ea typeface="Arial"/>
                <a:cs typeface="Arial"/>
              </a:defRPr>
            </a:lvl3pPr>
            <a:lvl4pPr>
              <a:defRPr sz="3075" b="1">
                <a:solidFill>
                  <a:srgbClr val="102C38"/>
                </a:solidFill>
                <a:latin typeface="Arial"/>
                <a:ea typeface="Arial"/>
                <a:cs typeface="Arial"/>
              </a:defRPr>
            </a:lvl4pPr>
            <a:lvl5pPr>
              <a:defRPr sz="3075" b="1">
                <a:solidFill>
                  <a:srgbClr val="102C38"/>
                </a:solidFill>
                <a:latin typeface="Arial"/>
                <a:ea typeface="Arial"/>
                <a:cs typeface="Arial"/>
              </a:defRPr>
            </a:lvl5pPr>
            <a:lvl6pPr>
              <a:defRPr sz="3075" b="1">
                <a:solidFill>
                  <a:srgbClr val="102C38"/>
                </a:solidFill>
                <a:latin typeface="Arial"/>
                <a:ea typeface="Arial"/>
                <a:cs typeface="Arial"/>
              </a:defRPr>
            </a:lvl6pPr>
            <a:lvl7pPr>
              <a:defRPr sz="3075" b="1">
                <a:solidFill>
                  <a:srgbClr val="102C38"/>
                </a:solidFill>
                <a:latin typeface="Arial"/>
                <a:ea typeface="Arial"/>
                <a:cs typeface="Arial"/>
              </a:defRPr>
            </a:lvl7pPr>
            <a:lvl8pPr>
              <a:defRPr sz="3075" b="1">
                <a:solidFill>
                  <a:srgbClr val="102C38"/>
                </a:solidFill>
                <a:latin typeface="Arial"/>
                <a:ea typeface="Arial"/>
                <a:cs typeface="Arial"/>
              </a:defRPr>
            </a:lvl8pPr>
            <a:lvl9pPr>
              <a:defRPr sz="3075" b="1">
                <a:solidFill>
                  <a:srgbClr val="102C38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3075" b="1">
                <a:solidFill>
                  <a:srgbClr val="102C38"/>
                </a:solidFill>
                <a:latin typeface="Arial"/>
                <a:ea typeface="Arial"/>
                <a:cs typeface="Arial"/>
              </a:defRPr>
            </a:pPr>
            <a:r>
              <a:rPr sz="3075" b="1">
                <a:solidFill>
                  <a:srgbClr val="102C38"/>
                </a:solidFill>
                <a:latin typeface="Arial"/>
                <a:ea typeface="Arial"/>
                <a:cs typeface="Arial"/>
              </a:rPr>
              <a:t>À vous : Un clic déclenche une fonction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2430876-F66B-44F5-BD36-577DD463B976}"/>
              </a:ext>
            </a:extLst>
          </p:cNvPr>
          <p:cNvSpPr>
            <a:spLocks noGrp="1"/>
          </p:cNvSpPr>
          <p:nvPr/>
        </p:nvSpPr>
        <p:spPr>
          <a:xfrm>
            <a:off x="723900" y="2000250"/>
            <a:ext cx="10763250" cy="9144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250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defPPr>
            <a:lvl1pPr>
              <a:defRPr sz="2250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lvl1pPr>
            <a:lvl2pPr>
              <a:defRPr sz="2250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lvl2pPr>
            <a:lvl3pPr>
              <a:defRPr sz="2250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lvl3pPr>
            <a:lvl4pPr>
              <a:defRPr sz="2250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lvl4pPr>
            <a:lvl5pPr>
              <a:defRPr sz="2250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lvl5pPr>
            <a:lvl6pPr>
              <a:defRPr sz="2250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lvl6pPr>
            <a:lvl7pPr>
              <a:defRPr sz="2250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lvl7pPr>
            <a:lvl8pPr>
              <a:defRPr sz="2250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lvl8pPr>
            <a:lvl9pPr>
              <a:defRPr sz="2250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2250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02C38"/>
                </a:solidFill>
                <a:latin typeface="Arial"/>
                <a:ea typeface="Arial"/>
                <a:cs typeface="Arial"/>
              </a:rPr>
              <a:t>Ajouter un bouton « Voir le tarif » à CarteLocal.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B90C97A-B4FF-409A-B7AB-17536474A5E2}"/>
              </a:ext>
            </a:extLst>
          </p:cNvPr>
          <p:cNvSpPr>
            <a:spLocks noGrp="1"/>
          </p:cNvSpPr>
          <p:nvPr/>
        </p:nvSpPr>
        <p:spPr>
          <a:xfrm>
            <a:off x="723900" y="2971800"/>
            <a:ext cx="10763250" cy="9144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250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defPPr>
            <a:lvl1pPr>
              <a:defRPr sz="2250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lvl1pPr>
            <a:lvl2pPr>
              <a:defRPr sz="2250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lvl2pPr>
            <a:lvl3pPr>
              <a:defRPr sz="2250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lvl3pPr>
            <a:lvl4pPr>
              <a:defRPr sz="2250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lvl4pPr>
            <a:lvl5pPr>
              <a:defRPr sz="2250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lvl5pPr>
            <a:lvl6pPr>
              <a:defRPr sz="2250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lvl6pPr>
            <a:lvl7pPr>
              <a:defRPr sz="2250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lvl7pPr>
            <a:lvl8pPr>
              <a:defRPr sz="2250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lvl8pPr>
            <a:lvl9pPr>
              <a:defRPr sz="2250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2250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02C38"/>
                </a:solidFill>
                <a:latin typeface="Arial"/>
                <a:ea typeface="Arial"/>
                <a:cs typeface="Arial"/>
              </a:rPr>
              <a:t>Au clic, afficher le tarif horaire du local dans une alerte.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9B8C481-B2FE-4194-80AB-70F7054CB12C}"/>
              </a:ext>
            </a:extLst>
          </p:cNvPr>
          <p:cNvSpPr>
            <a:spLocks noGrp="1"/>
          </p:cNvSpPr>
          <p:nvPr/>
        </p:nvSpPr>
        <p:spPr>
          <a:xfrm>
            <a:off x="11334750" y="6457950"/>
            <a:ext cx="523875" cy="2190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200" b="0">
                <a:solidFill>
                  <a:srgbClr val="4E6670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4E6670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4E6670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4E6670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4E6670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4E6670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4E6670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4E6670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4E6670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4E6670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200" b="0">
                <a:solidFill>
                  <a:srgbClr val="4E667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4E6670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600279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6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3CCF2B0C-55C4-4D10-8E91-BC381154EAA1}"/>
              </a:ext>
            </a:extLst>
          </p:cNvPr>
          <p:cNvSpPr>
            <a:spLocks noGrp="1"/>
          </p:cNvSpPr>
          <p:nvPr/>
        </p:nvSpPr>
        <p:spPr>
          <a:xfrm>
            <a:off x="685800" y="352425"/>
            <a:ext cx="10763250" cy="2952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350" b="1">
                <a:solidFill>
                  <a:srgbClr val="087F75"/>
                </a:solidFill>
                <a:latin typeface="Arial"/>
                <a:ea typeface="Arial"/>
                <a:cs typeface="Arial"/>
              </a:defRPr>
            </a:defPPr>
            <a:lvl1pPr>
              <a:defRPr sz="1350" b="1">
                <a:solidFill>
                  <a:srgbClr val="087F75"/>
                </a:solidFill>
                <a:latin typeface="Arial"/>
                <a:ea typeface="Arial"/>
                <a:cs typeface="Arial"/>
              </a:defRPr>
            </a:lvl1pPr>
            <a:lvl2pPr>
              <a:defRPr sz="1350" b="1">
                <a:solidFill>
                  <a:srgbClr val="087F75"/>
                </a:solidFill>
                <a:latin typeface="Arial"/>
                <a:ea typeface="Arial"/>
                <a:cs typeface="Arial"/>
              </a:defRPr>
            </a:lvl2pPr>
            <a:lvl3pPr>
              <a:defRPr sz="1350" b="1">
                <a:solidFill>
                  <a:srgbClr val="087F75"/>
                </a:solidFill>
                <a:latin typeface="Arial"/>
                <a:ea typeface="Arial"/>
                <a:cs typeface="Arial"/>
              </a:defRPr>
            </a:lvl3pPr>
            <a:lvl4pPr>
              <a:defRPr sz="1350" b="1">
                <a:solidFill>
                  <a:srgbClr val="087F75"/>
                </a:solidFill>
                <a:latin typeface="Arial"/>
                <a:ea typeface="Arial"/>
                <a:cs typeface="Arial"/>
              </a:defRPr>
            </a:lvl4pPr>
            <a:lvl5pPr>
              <a:defRPr sz="1350" b="1">
                <a:solidFill>
                  <a:srgbClr val="087F75"/>
                </a:solidFill>
                <a:latin typeface="Arial"/>
                <a:ea typeface="Arial"/>
                <a:cs typeface="Arial"/>
              </a:defRPr>
            </a:lvl5pPr>
            <a:lvl6pPr>
              <a:defRPr sz="1350" b="1">
                <a:solidFill>
                  <a:srgbClr val="087F75"/>
                </a:solidFill>
                <a:latin typeface="Arial"/>
                <a:ea typeface="Arial"/>
                <a:cs typeface="Arial"/>
              </a:defRPr>
            </a:lvl6pPr>
            <a:lvl7pPr>
              <a:defRPr sz="1350" b="1">
                <a:solidFill>
                  <a:srgbClr val="087F75"/>
                </a:solidFill>
                <a:latin typeface="Arial"/>
                <a:ea typeface="Arial"/>
                <a:cs typeface="Arial"/>
              </a:defRPr>
            </a:lvl7pPr>
            <a:lvl8pPr>
              <a:defRPr sz="1350" b="1">
                <a:solidFill>
                  <a:srgbClr val="087F75"/>
                </a:solidFill>
                <a:latin typeface="Arial"/>
                <a:ea typeface="Arial"/>
                <a:cs typeface="Arial"/>
              </a:defRPr>
            </a:lvl8pPr>
            <a:lvl9pPr>
              <a:defRPr sz="1350" b="1">
                <a:solidFill>
                  <a:srgbClr val="087F75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350" b="1">
                <a:solidFill>
                  <a:srgbClr val="087F75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87F75"/>
                </a:solidFill>
                <a:latin typeface="Arial"/>
                <a:ea typeface="Arial"/>
                <a:cs typeface="Arial"/>
              </a:rPr>
              <a:t>CORRIGÉ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2992FD01-C240-4621-8388-E2A86E7C583B}"/>
              </a:ext>
            </a:extLst>
          </p:cNvPr>
          <p:cNvSpPr>
            <a:spLocks noGrp="1"/>
          </p:cNvSpPr>
          <p:nvPr/>
        </p:nvSpPr>
        <p:spPr>
          <a:xfrm>
            <a:off x="685800" y="866775"/>
            <a:ext cx="10858500" cy="9144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3075" b="1">
                <a:solidFill>
                  <a:srgbClr val="102C38"/>
                </a:solidFill>
                <a:latin typeface="Arial"/>
                <a:ea typeface="Arial"/>
                <a:cs typeface="Arial"/>
              </a:defRPr>
            </a:defPPr>
            <a:lvl1pPr>
              <a:defRPr sz="3075" b="1">
                <a:solidFill>
                  <a:srgbClr val="102C38"/>
                </a:solidFill>
                <a:latin typeface="Arial"/>
                <a:ea typeface="Arial"/>
                <a:cs typeface="Arial"/>
              </a:defRPr>
            </a:lvl1pPr>
            <a:lvl2pPr>
              <a:defRPr sz="3075" b="1">
                <a:solidFill>
                  <a:srgbClr val="102C38"/>
                </a:solidFill>
                <a:latin typeface="Arial"/>
                <a:ea typeface="Arial"/>
                <a:cs typeface="Arial"/>
              </a:defRPr>
            </a:lvl2pPr>
            <a:lvl3pPr>
              <a:defRPr sz="3075" b="1">
                <a:solidFill>
                  <a:srgbClr val="102C38"/>
                </a:solidFill>
                <a:latin typeface="Arial"/>
                <a:ea typeface="Arial"/>
                <a:cs typeface="Arial"/>
              </a:defRPr>
            </a:lvl3pPr>
            <a:lvl4pPr>
              <a:defRPr sz="3075" b="1">
                <a:solidFill>
                  <a:srgbClr val="102C38"/>
                </a:solidFill>
                <a:latin typeface="Arial"/>
                <a:ea typeface="Arial"/>
                <a:cs typeface="Arial"/>
              </a:defRPr>
            </a:lvl4pPr>
            <a:lvl5pPr>
              <a:defRPr sz="3075" b="1">
                <a:solidFill>
                  <a:srgbClr val="102C38"/>
                </a:solidFill>
                <a:latin typeface="Arial"/>
                <a:ea typeface="Arial"/>
                <a:cs typeface="Arial"/>
              </a:defRPr>
            </a:lvl5pPr>
            <a:lvl6pPr>
              <a:defRPr sz="3075" b="1">
                <a:solidFill>
                  <a:srgbClr val="102C38"/>
                </a:solidFill>
                <a:latin typeface="Arial"/>
                <a:ea typeface="Arial"/>
                <a:cs typeface="Arial"/>
              </a:defRPr>
            </a:lvl6pPr>
            <a:lvl7pPr>
              <a:defRPr sz="3075" b="1">
                <a:solidFill>
                  <a:srgbClr val="102C38"/>
                </a:solidFill>
                <a:latin typeface="Arial"/>
                <a:ea typeface="Arial"/>
                <a:cs typeface="Arial"/>
              </a:defRPr>
            </a:lvl7pPr>
            <a:lvl8pPr>
              <a:defRPr sz="3075" b="1">
                <a:solidFill>
                  <a:srgbClr val="102C38"/>
                </a:solidFill>
                <a:latin typeface="Arial"/>
                <a:ea typeface="Arial"/>
                <a:cs typeface="Arial"/>
              </a:defRPr>
            </a:lvl8pPr>
            <a:lvl9pPr>
              <a:defRPr sz="3075" b="1">
                <a:solidFill>
                  <a:srgbClr val="102C38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3075" b="1">
                <a:solidFill>
                  <a:srgbClr val="102C38"/>
                </a:solidFill>
                <a:latin typeface="Arial"/>
                <a:ea typeface="Arial"/>
                <a:cs typeface="Arial"/>
              </a:defRPr>
            </a:pPr>
            <a:r>
              <a:rPr sz="3075" b="1">
                <a:solidFill>
                  <a:srgbClr val="102C38"/>
                </a:solidFill>
                <a:latin typeface="Arial"/>
                <a:ea typeface="Arial"/>
                <a:cs typeface="Arial"/>
              </a:rPr>
              <a:t>Correction : Un clic déclenche une fonction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F189E1F-9B9B-4240-9F3A-506608445B56}"/>
              </a:ext>
            </a:extLst>
          </p:cNvPr>
          <p:cNvSpPr>
            <a:spLocks noGrp="1"/>
          </p:cNvSpPr>
          <p:nvPr/>
        </p:nvSpPr>
        <p:spPr>
          <a:xfrm>
            <a:off x="723900" y="1943100"/>
            <a:ext cx="10668000" cy="9620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>
              <a:defRPr sz="1950" b="0">
                <a:solidFill>
                  <a:srgbClr val="087F75"/>
                </a:solidFill>
                <a:latin typeface="Consolas"/>
                <a:ea typeface="Consolas"/>
                <a:cs typeface="Consolas"/>
              </a:defRPr>
            </a:defPPr>
            <a:lvl1pPr>
              <a:defRPr sz="1950" b="0">
                <a:solidFill>
                  <a:srgbClr val="087F75"/>
                </a:solidFill>
                <a:latin typeface="Consolas"/>
                <a:ea typeface="Consolas"/>
                <a:cs typeface="Consolas"/>
              </a:defRPr>
            </a:lvl1pPr>
            <a:lvl2pPr>
              <a:defRPr sz="1950" b="0">
                <a:solidFill>
                  <a:srgbClr val="087F75"/>
                </a:solidFill>
                <a:latin typeface="Consolas"/>
                <a:ea typeface="Consolas"/>
                <a:cs typeface="Consolas"/>
              </a:defRPr>
            </a:lvl2pPr>
            <a:lvl3pPr>
              <a:defRPr sz="1950" b="0">
                <a:solidFill>
                  <a:srgbClr val="087F75"/>
                </a:solidFill>
                <a:latin typeface="Consolas"/>
                <a:ea typeface="Consolas"/>
                <a:cs typeface="Consolas"/>
              </a:defRPr>
            </a:lvl3pPr>
            <a:lvl4pPr>
              <a:defRPr sz="1950" b="0">
                <a:solidFill>
                  <a:srgbClr val="087F75"/>
                </a:solidFill>
                <a:latin typeface="Consolas"/>
                <a:ea typeface="Consolas"/>
                <a:cs typeface="Consolas"/>
              </a:defRPr>
            </a:lvl4pPr>
            <a:lvl5pPr>
              <a:defRPr sz="1950" b="0">
                <a:solidFill>
                  <a:srgbClr val="087F75"/>
                </a:solidFill>
                <a:latin typeface="Consolas"/>
                <a:ea typeface="Consolas"/>
                <a:cs typeface="Consolas"/>
              </a:defRPr>
            </a:lvl5pPr>
            <a:lvl6pPr>
              <a:defRPr sz="1950" b="0">
                <a:solidFill>
                  <a:srgbClr val="087F75"/>
                </a:solidFill>
                <a:latin typeface="Consolas"/>
                <a:ea typeface="Consolas"/>
                <a:cs typeface="Consolas"/>
              </a:defRPr>
            </a:lvl6pPr>
            <a:lvl7pPr>
              <a:defRPr sz="1950" b="0">
                <a:solidFill>
                  <a:srgbClr val="087F75"/>
                </a:solidFill>
                <a:latin typeface="Consolas"/>
                <a:ea typeface="Consolas"/>
                <a:cs typeface="Consolas"/>
              </a:defRPr>
            </a:lvl7pPr>
            <a:lvl8pPr>
              <a:defRPr sz="1950" b="0">
                <a:solidFill>
                  <a:srgbClr val="087F75"/>
                </a:solidFill>
                <a:latin typeface="Consolas"/>
                <a:ea typeface="Consolas"/>
                <a:cs typeface="Consolas"/>
              </a:defRPr>
            </a:lvl8pPr>
            <a:lvl9pPr>
              <a:defRPr sz="1950" b="0">
                <a:solidFill>
                  <a:srgbClr val="087F75"/>
                </a:solidFill>
                <a:latin typeface="Consolas"/>
                <a:ea typeface="Consolas"/>
                <a:cs typeface="Consolas"/>
              </a:defRPr>
            </a:lvl9pPr>
          </a:lstStyle>
          <a:p>
            <a:pPr>
              <a:defRPr sz="1950" b="0">
                <a:solidFill>
                  <a:srgbClr val="087F75"/>
                </a:solidFill>
                <a:latin typeface="Consolas"/>
                <a:ea typeface="Consolas"/>
                <a:cs typeface="Consolas"/>
              </a:defRPr>
            </a:pPr>
            <a:r>
              <a:rPr sz="1950" b="0">
                <a:solidFill>
                  <a:srgbClr val="087F75"/>
                </a:solidFill>
                <a:latin typeface="Consolas"/>
                <a:ea typeface="Consolas"/>
                <a:cs typeface="Consolas"/>
              </a:rPr>
              <a:t>&lt;button onClick={() =&gt; alert(local.prixHeure + " DH / h")}&gt;</a:t>
            </a:r>
          </a:p>
          <a:p>
            <a:pPr>
              <a:defRPr sz="1950" b="0">
                <a:solidFill>
                  <a:srgbClr val="087F75"/>
                </a:solidFill>
                <a:latin typeface="Consolas"/>
                <a:ea typeface="Consolas"/>
                <a:cs typeface="Consolas"/>
              </a:defRPr>
            </a:pPr>
            <a:r>
              <a:rPr sz="1950" b="0">
                <a:solidFill>
                  <a:srgbClr val="087F75"/>
                </a:solidFill>
                <a:latin typeface="Consolas"/>
                <a:ea typeface="Consolas"/>
                <a:cs typeface="Consolas"/>
              </a:rPr>
              <a:t>  Voir le tarif</a:t>
            </a:r>
          </a:p>
          <a:p>
            <a:pPr>
              <a:defRPr sz="1950" b="0">
                <a:solidFill>
                  <a:srgbClr val="087F75"/>
                </a:solidFill>
                <a:latin typeface="Consolas"/>
                <a:ea typeface="Consolas"/>
                <a:cs typeface="Consolas"/>
              </a:defRPr>
            </a:pPr>
            <a:r>
              <a:rPr sz="1950" b="0">
                <a:solidFill>
                  <a:srgbClr val="087F75"/>
                </a:solidFill>
                <a:latin typeface="Consolas"/>
                <a:ea typeface="Consolas"/>
                <a:cs typeface="Consolas"/>
              </a:rPr>
              <a:t>&lt;/button&gt;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3E9ADA3-0A8C-4E71-AB9E-14E77E294ED7}"/>
              </a:ext>
            </a:extLst>
          </p:cNvPr>
          <p:cNvSpPr>
            <a:spLocks noGrp="1"/>
          </p:cNvSpPr>
          <p:nvPr/>
        </p:nvSpPr>
        <p:spPr>
          <a:xfrm>
            <a:off x="723900" y="3028950"/>
            <a:ext cx="10572750" cy="5619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800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defPPr>
            <a:lvl1pPr>
              <a:defRPr sz="1800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lvl1pPr>
            <a:lvl2pPr>
              <a:defRPr sz="1800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lvl2pPr>
            <a:lvl3pPr>
              <a:defRPr sz="1800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lvl3pPr>
            <a:lvl4pPr>
              <a:defRPr sz="1800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lvl4pPr>
            <a:lvl5pPr>
              <a:defRPr sz="1800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lvl5pPr>
            <a:lvl6pPr>
              <a:defRPr sz="1800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lvl6pPr>
            <a:lvl7pPr>
              <a:defRPr sz="1800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lvl7pPr>
            <a:lvl8pPr>
              <a:defRPr sz="1800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lvl8pPr>
            <a:lvl9pPr>
              <a:defRPr sz="1800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800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02C38"/>
                </a:solidFill>
                <a:latin typeface="Arial"/>
                <a:ea typeface="Arial"/>
                <a:cs typeface="Arial"/>
              </a:rPr>
              <a:t>La fonction fléchée retarde l’appel à alert et accède au local de cette fiche.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BEBC14B-6F6E-4919-A41D-97CBE6B36A92}"/>
              </a:ext>
            </a:extLst>
          </p:cNvPr>
          <p:cNvSpPr>
            <a:spLocks noGrp="1"/>
          </p:cNvSpPr>
          <p:nvPr/>
        </p:nvSpPr>
        <p:spPr>
          <a:xfrm>
            <a:off x="11334750" y="6457950"/>
            <a:ext cx="523875" cy="2190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200" b="0">
                <a:solidFill>
                  <a:srgbClr val="4E6670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4E6670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4E6670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4E6670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4E6670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4E6670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4E6670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4E6670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4E6670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4E6670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200" b="0">
                <a:solidFill>
                  <a:srgbClr val="4E667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4E6670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209005612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6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96B1E3B4-A43A-4F0A-8908-4C0AEBE4EBED}"/>
              </a:ext>
            </a:extLst>
          </p:cNvPr>
          <p:cNvSpPr>
            <a:spLocks noGrp="1"/>
          </p:cNvSpPr>
          <p:nvPr/>
        </p:nvSpPr>
        <p:spPr>
          <a:xfrm>
            <a:off x="685800" y="352425"/>
            <a:ext cx="10763250" cy="2952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350" b="1">
                <a:solidFill>
                  <a:srgbClr val="087F75"/>
                </a:solidFill>
                <a:latin typeface="Arial"/>
                <a:ea typeface="Arial"/>
                <a:cs typeface="Arial"/>
              </a:defRPr>
            </a:defPPr>
            <a:lvl1pPr>
              <a:defRPr sz="1350" b="1">
                <a:solidFill>
                  <a:srgbClr val="087F75"/>
                </a:solidFill>
                <a:latin typeface="Arial"/>
                <a:ea typeface="Arial"/>
                <a:cs typeface="Arial"/>
              </a:defRPr>
            </a:lvl1pPr>
            <a:lvl2pPr>
              <a:defRPr sz="1350" b="1">
                <a:solidFill>
                  <a:srgbClr val="087F75"/>
                </a:solidFill>
                <a:latin typeface="Arial"/>
                <a:ea typeface="Arial"/>
                <a:cs typeface="Arial"/>
              </a:defRPr>
            </a:lvl2pPr>
            <a:lvl3pPr>
              <a:defRPr sz="1350" b="1">
                <a:solidFill>
                  <a:srgbClr val="087F75"/>
                </a:solidFill>
                <a:latin typeface="Arial"/>
                <a:ea typeface="Arial"/>
                <a:cs typeface="Arial"/>
              </a:defRPr>
            </a:lvl3pPr>
            <a:lvl4pPr>
              <a:defRPr sz="1350" b="1">
                <a:solidFill>
                  <a:srgbClr val="087F75"/>
                </a:solidFill>
                <a:latin typeface="Arial"/>
                <a:ea typeface="Arial"/>
                <a:cs typeface="Arial"/>
              </a:defRPr>
            </a:lvl4pPr>
            <a:lvl5pPr>
              <a:defRPr sz="1350" b="1">
                <a:solidFill>
                  <a:srgbClr val="087F75"/>
                </a:solidFill>
                <a:latin typeface="Arial"/>
                <a:ea typeface="Arial"/>
                <a:cs typeface="Arial"/>
              </a:defRPr>
            </a:lvl5pPr>
            <a:lvl6pPr>
              <a:defRPr sz="1350" b="1">
                <a:solidFill>
                  <a:srgbClr val="087F75"/>
                </a:solidFill>
                <a:latin typeface="Arial"/>
                <a:ea typeface="Arial"/>
                <a:cs typeface="Arial"/>
              </a:defRPr>
            </a:lvl6pPr>
            <a:lvl7pPr>
              <a:defRPr sz="1350" b="1">
                <a:solidFill>
                  <a:srgbClr val="087F75"/>
                </a:solidFill>
                <a:latin typeface="Arial"/>
                <a:ea typeface="Arial"/>
                <a:cs typeface="Arial"/>
              </a:defRPr>
            </a:lvl7pPr>
            <a:lvl8pPr>
              <a:defRPr sz="1350" b="1">
                <a:solidFill>
                  <a:srgbClr val="087F75"/>
                </a:solidFill>
                <a:latin typeface="Arial"/>
                <a:ea typeface="Arial"/>
                <a:cs typeface="Arial"/>
              </a:defRPr>
            </a:lvl8pPr>
            <a:lvl9pPr>
              <a:defRPr sz="1350" b="1">
                <a:solidFill>
                  <a:srgbClr val="087F75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350" b="1">
                <a:solidFill>
                  <a:srgbClr val="087F75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87F75"/>
                </a:solidFill>
                <a:latin typeface="Arial"/>
                <a:ea typeface="Arial"/>
                <a:cs typeface="Arial"/>
              </a:rPr>
              <a:t>COURS · SÉANCE 3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2D3C727-CA3F-4429-9E80-A66268AD1854}"/>
              </a:ext>
            </a:extLst>
          </p:cNvPr>
          <p:cNvSpPr>
            <a:spLocks noGrp="1"/>
          </p:cNvSpPr>
          <p:nvPr/>
        </p:nvSpPr>
        <p:spPr>
          <a:xfrm>
            <a:off x="685800" y="866775"/>
            <a:ext cx="10858500" cy="9144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3075" b="1">
                <a:solidFill>
                  <a:srgbClr val="102C38"/>
                </a:solidFill>
                <a:latin typeface="Arial"/>
                <a:ea typeface="Arial"/>
                <a:cs typeface="Arial"/>
              </a:defRPr>
            </a:defPPr>
            <a:lvl1pPr>
              <a:defRPr sz="3075" b="1">
                <a:solidFill>
                  <a:srgbClr val="102C38"/>
                </a:solidFill>
                <a:latin typeface="Arial"/>
                <a:ea typeface="Arial"/>
                <a:cs typeface="Arial"/>
              </a:defRPr>
            </a:lvl1pPr>
            <a:lvl2pPr>
              <a:defRPr sz="3075" b="1">
                <a:solidFill>
                  <a:srgbClr val="102C38"/>
                </a:solidFill>
                <a:latin typeface="Arial"/>
                <a:ea typeface="Arial"/>
                <a:cs typeface="Arial"/>
              </a:defRPr>
            </a:lvl2pPr>
            <a:lvl3pPr>
              <a:defRPr sz="3075" b="1">
                <a:solidFill>
                  <a:srgbClr val="102C38"/>
                </a:solidFill>
                <a:latin typeface="Arial"/>
                <a:ea typeface="Arial"/>
                <a:cs typeface="Arial"/>
              </a:defRPr>
            </a:lvl3pPr>
            <a:lvl4pPr>
              <a:defRPr sz="3075" b="1">
                <a:solidFill>
                  <a:srgbClr val="102C38"/>
                </a:solidFill>
                <a:latin typeface="Arial"/>
                <a:ea typeface="Arial"/>
                <a:cs typeface="Arial"/>
              </a:defRPr>
            </a:lvl4pPr>
            <a:lvl5pPr>
              <a:defRPr sz="3075" b="1">
                <a:solidFill>
                  <a:srgbClr val="102C38"/>
                </a:solidFill>
                <a:latin typeface="Arial"/>
                <a:ea typeface="Arial"/>
                <a:cs typeface="Arial"/>
              </a:defRPr>
            </a:lvl5pPr>
            <a:lvl6pPr>
              <a:defRPr sz="3075" b="1">
                <a:solidFill>
                  <a:srgbClr val="102C38"/>
                </a:solidFill>
                <a:latin typeface="Arial"/>
                <a:ea typeface="Arial"/>
                <a:cs typeface="Arial"/>
              </a:defRPr>
            </a:lvl6pPr>
            <a:lvl7pPr>
              <a:defRPr sz="3075" b="1">
                <a:solidFill>
                  <a:srgbClr val="102C38"/>
                </a:solidFill>
                <a:latin typeface="Arial"/>
                <a:ea typeface="Arial"/>
                <a:cs typeface="Arial"/>
              </a:defRPr>
            </a:lvl7pPr>
            <a:lvl8pPr>
              <a:defRPr sz="3075" b="1">
                <a:solidFill>
                  <a:srgbClr val="102C38"/>
                </a:solidFill>
                <a:latin typeface="Arial"/>
                <a:ea typeface="Arial"/>
                <a:cs typeface="Arial"/>
              </a:defRPr>
            </a:lvl8pPr>
            <a:lvl9pPr>
              <a:defRPr sz="3075" b="1">
                <a:solidFill>
                  <a:srgbClr val="102C38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3075" b="1">
                <a:solidFill>
                  <a:srgbClr val="102C38"/>
                </a:solidFill>
                <a:latin typeface="Arial"/>
                <a:ea typeface="Arial"/>
                <a:cs typeface="Arial"/>
              </a:defRPr>
            </a:pPr>
            <a:r>
              <a:rPr sz="3075" b="1">
                <a:solidFill>
                  <a:srgbClr val="102C38"/>
                </a:solidFill>
                <a:latin typeface="Arial"/>
                <a:ea typeface="Arial"/>
                <a:cs typeface="Arial"/>
              </a:rPr>
              <a:t>useState mémorise une valeur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B155F0B-C58E-44FD-9577-F273DA86FD50}"/>
              </a:ext>
            </a:extLst>
          </p:cNvPr>
          <p:cNvSpPr>
            <a:spLocks noGrp="1"/>
          </p:cNvSpPr>
          <p:nvPr/>
        </p:nvSpPr>
        <p:spPr>
          <a:xfrm>
            <a:off x="723900" y="2000250"/>
            <a:ext cx="10763250" cy="9144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250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defPPr>
            <a:lvl1pPr>
              <a:defRPr sz="2250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lvl1pPr>
            <a:lvl2pPr>
              <a:defRPr sz="2250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lvl2pPr>
            <a:lvl3pPr>
              <a:defRPr sz="2250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lvl3pPr>
            <a:lvl4pPr>
              <a:defRPr sz="2250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lvl4pPr>
            <a:lvl5pPr>
              <a:defRPr sz="2250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lvl5pPr>
            <a:lvl6pPr>
              <a:defRPr sz="2250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lvl6pPr>
            <a:lvl7pPr>
              <a:defRPr sz="2250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lvl7pPr>
            <a:lvl8pPr>
              <a:defRPr sz="2250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lvl8pPr>
            <a:lvl9pPr>
              <a:defRPr sz="2250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2250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02C38"/>
                </a:solidFill>
                <a:latin typeface="Arial"/>
                <a:ea typeface="Arial"/>
                <a:cs typeface="Arial"/>
              </a:rPr>
              <a:t>Une variable locale ordinaire ne mémorise pas une valeur entre les rendus et sa modification ne demande pas de rendu.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EF799CF-8915-4EB8-9ADF-7738AF30E30A}"/>
              </a:ext>
            </a:extLst>
          </p:cNvPr>
          <p:cNvSpPr>
            <a:spLocks noGrp="1"/>
          </p:cNvSpPr>
          <p:nvPr/>
        </p:nvSpPr>
        <p:spPr>
          <a:xfrm>
            <a:off x="723900" y="2971800"/>
            <a:ext cx="10763250" cy="9144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250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defPPr>
            <a:lvl1pPr>
              <a:defRPr sz="2250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lvl1pPr>
            <a:lvl2pPr>
              <a:defRPr sz="2250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lvl2pPr>
            <a:lvl3pPr>
              <a:defRPr sz="2250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lvl3pPr>
            <a:lvl4pPr>
              <a:defRPr sz="2250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lvl4pPr>
            <a:lvl5pPr>
              <a:defRPr sz="2250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lvl5pPr>
            <a:lvl6pPr>
              <a:defRPr sz="2250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lvl6pPr>
            <a:lvl7pPr>
              <a:defRPr sz="2250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lvl7pPr>
            <a:lvl8pPr>
              <a:defRPr sz="2250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lvl8pPr>
            <a:lvl9pPr>
              <a:defRPr sz="2250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2250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02C38"/>
                </a:solidFill>
                <a:latin typeface="Arial"/>
                <a:ea typeface="Arial"/>
                <a:cs typeface="Arial"/>
              </a:rPr>
              <a:t>useState fournit la valeur courante et une fonction pour demander sa mise à jour.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1FB407E-F179-4D9A-9C90-0A4888D32072}"/>
              </a:ext>
            </a:extLst>
          </p:cNvPr>
          <p:cNvSpPr>
            <a:spLocks noGrp="1"/>
          </p:cNvSpPr>
          <p:nvPr/>
        </p:nvSpPr>
        <p:spPr>
          <a:xfrm>
            <a:off x="723900" y="3943350"/>
            <a:ext cx="10763250" cy="9144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250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defPPr>
            <a:lvl1pPr>
              <a:defRPr sz="2250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lvl1pPr>
            <a:lvl2pPr>
              <a:defRPr sz="2250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lvl2pPr>
            <a:lvl3pPr>
              <a:defRPr sz="2250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lvl3pPr>
            <a:lvl4pPr>
              <a:defRPr sz="2250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lvl4pPr>
            <a:lvl5pPr>
              <a:defRPr sz="2250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lvl5pPr>
            <a:lvl6pPr>
              <a:defRPr sz="2250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lvl6pPr>
            <a:lvl7pPr>
              <a:defRPr sz="2250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lvl7pPr>
            <a:lvl8pPr>
              <a:defRPr sz="2250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lvl8pPr>
            <a:lvl9pPr>
              <a:defRPr sz="2250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2250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02C38"/>
                </a:solidFill>
                <a:latin typeface="Arial"/>
                <a:ea typeface="Arial"/>
                <a:cs typeface="Arial"/>
              </a:rPr>
              <a:t>Appeler les hooks au niveau supérieur du composant, jamais dans une condition ou une boucle.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5479390-D7F0-4DC2-A381-E2093B8837CC}"/>
              </a:ext>
            </a:extLst>
          </p:cNvPr>
          <p:cNvSpPr>
            <a:spLocks noGrp="1"/>
          </p:cNvSpPr>
          <p:nvPr/>
        </p:nvSpPr>
        <p:spPr>
          <a:xfrm>
            <a:off x="11334750" y="6457950"/>
            <a:ext cx="523875" cy="2190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200" b="0">
                <a:solidFill>
                  <a:srgbClr val="4E6670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4E6670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4E6670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4E6670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4E6670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4E6670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4E6670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4E6670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4E6670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4E6670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200" b="0">
                <a:solidFill>
                  <a:srgbClr val="4E667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4E6670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183223691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6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1268FB99-A3B6-4281-B60E-FEEC87703198}"/>
              </a:ext>
            </a:extLst>
          </p:cNvPr>
          <p:cNvSpPr>
            <a:spLocks noGrp="1"/>
          </p:cNvSpPr>
          <p:nvPr/>
        </p:nvSpPr>
        <p:spPr>
          <a:xfrm>
            <a:off x="685800" y="352425"/>
            <a:ext cx="10763250" cy="2952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350" b="1">
                <a:solidFill>
                  <a:srgbClr val="087F75"/>
                </a:solidFill>
                <a:latin typeface="Arial"/>
                <a:ea typeface="Arial"/>
                <a:cs typeface="Arial"/>
              </a:defRPr>
            </a:defPPr>
            <a:lvl1pPr>
              <a:defRPr sz="1350" b="1">
                <a:solidFill>
                  <a:srgbClr val="087F75"/>
                </a:solidFill>
                <a:latin typeface="Arial"/>
                <a:ea typeface="Arial"/>
                <a:cs typeface="Arial"/>
              </a:defRPr>
            </a:lvl1pPr>
            <a:lvl2pPr>
              <a:defRPr sz="1350" b="1">
                <a:solidFill>
                  <a:srgbClr val="087F75"/>
                </a:solidFill>
                <a:latin typeface="Arial"/>
                <a:ea typeface="Arial"/>
                <a:cs typeface="Arial"/>
              </a:defRPr>
            </a:lvl2pPr>
            <a:lvl3pPr>
              <a:defRPr sz="1350" b="1">
                <a:solidFill>
                  <a:srgbClr val="087F75"/>
                </a:solidFill>
                <a:latin typeface="Arial"/>
                <a:ea typeface="Arial"/>
                <a:cs typeface="Arial"/>
              </a:defRPr>
            </a:lvl3pPr>
            <a:lvl4pPr>
              <a:defRPr sz="1350" b="1">
                <a:solidFill>
                  <a:srgbClr val="087F75"/>
                </a:solidFill>
                <a:latin typeface="Arial"/>
                <a:ea typeface="Arial"/>
                <a:cs typeface="Arial"/>
              </a:defRPr>
            </a:lvl4pPr>
            <a:lvl5pPr>
              <a:defRPr sz="1350" b="1">
                <a:solidFill>
                  <a:srgbClr val="087F75"/>
                </a:solidFill>
                <a:latin typeface="Arial"/>
                <a:ea typeface="Arial"/>
                <a:cs typeface="Arial"/>
              </a:defRPr>
            </a:lvl5pPr>
            <a:lvl6pPr>
              <a:defRPr sz="1350" b="1">
                <a:solidFill>
                  <a:srgbClr val="087F75"/>
                </a:solidFill>
                <a:latin typeface="Arial"/>
                <a:ea typeface="Arial"/>
                <a:cs typeface="Arial"/>
              </a:defRPr>
            </a:lvl6pPr>
            <a:lvl7pPr>
              <a:defRPr sz="1350" b="1">
                <a:solidFill>
                  <a:srgbClr val="087F75"/>
                </a:solidFill>
                <a:latin typeface="Arial"/>
                <a:ea typeface="Arial"/>
                <a:cs typeface="Arial"/>
              </a:defRPr>
            </a:lvl7pPr>
            <a:lvl8pPr>
              <a:defRPr sz="1350" b="1">
                <a:solidFill>
                  <a:srgbClr val="087F75"/>
                </a:solidFill>
                <a:latin typeface="Arial"/>
                <a:ea typeface="Arial"/>
                <a:cs typeface="Arial"/>
              </a:defRPr>
            </a:lvl8pPr>
            <a:lvl9pPr>
              <a:defRPr sz="1350" b="1">
                <a:solidFill>
                  <a:srgbClr val="087F75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350" b="1">
                <a:solidFill>
                  <a:srgbClr val="087F75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87F75"/>
                </a:solidFill>
                <a:latin typeface="Arial"/>
                <a:ea typeface="Arial"/>
                <a:cs typeface="Arial"/>
              </a:rPr>
              <a:t>COURS · SÉANCE 3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24EED800-C13B-4610-910E-A0729B424F47}"/>
              </a:ext>
            </a:extLst>
          </p:cNvPr>
          <p:cNvSpPr>
            <a:spLocks noGrp="1"/>
          </p:cNvSpPr>
          <p:nvPr/>
        </p:nvSpPr>
        <p:spPr>
          <a:xfrm>
            <a:off x="685800" y="866775"/>
            <a:ext cx="10858500" cy="9144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3075" b="1">
                <a:solidFill>
                  <a:srgbClr val="102C38"/>
                </a:solidFill>
                <a:latin typeface="Arial"/>
                <a:ea typeface="Arial"/>
                <a:cs typeface="Arial"/>
              </a:defRPr>
            </a:defPPr>
            <a:lvl1pPr>
              <a:defRPr sz="3075" b="1">
                <a:solidFill>
                  <a:srgbClr val="102C38"/>
                </a:solidFill>
                <a:latin typeface="Arial"/>
                <a:ea typeface="Arial"/>
                <a:cs typeface="Arial"/>
              </a:defRPr>
            </a:lvl1pPr>
            <a:lvl2pPr>
              <a:defRPr sz="3075" b="1">
                <a:solidFill>
                  <a:srgbClr val="102C38"/>
                </a:solidFill>
                <a:latin typeface="Arial"/>
                <a:ea typeface="Arial"/>
                <a:cs typeface="Arial"/>
              </a:defRPr>
            </a:lvl2pPr>
            <a:lvl3pPr>
              <a:defRPr sz="3075" b="1">
                <a:solidFill>
                  <a:srgbClr val="102C38"/>
                </a:solidFill>
                <a:latin typeface="Arial"/>
                <a:ea typeface="Arial"/>
                <a:cs typeface="Arial"/>
              </a:defRPr>
            </a:lvl3pPr>
            <a:lvl4pPr>
              <a:defRPr sz="3075" b="1">
                <a:solidFill>
                  <a:srgbClr val="102C38"/>
                </a:solidFill>
                <a:latin typeface="Arial"/>
                <a:ea typeface="Arial"/>
                <a:cs typeface="Arial"/>
              </a:defRPr>
            </a:lvl4pPr>
            <a:lvl5pPr>
              <a:defRPr sz="3075" b="1">
                <a:solidFill>
                  <a:srgbClr val="102C38"/>
                </a:solidFill>
                <a:latin typeface="Arial"/>
                <a:ea typeface="Arial"/>
                <a:cs typeface="Arial"/>
              </a:defRPr>
            </a:lvl5pPr>
            <a:lvl6pPr>
              <a:defRPr sz="3075" b="1">
                <a:solidFill>
                  <a:srgbClr val="102C38"/>
                </a:solidFill>
                <a:latin typeface="Arial"/>
                <a:ea typeface="Arial"/>
                <a:cs typeface="Arial"/>
              </a:defRPr>
            </a:lvl6pPr>
            <a:lvl7pPr>
              <a:defRPr sz="3075" b="1">
                <a:solidFill>
                  <a:srgbClr val="102C38"/>
                </a:solidFill>
                <a:latin typeface="Arial"/>
                <a:ea typeface="Arial"/>
                <a:cs typeface="Arial"/>
              </a:defRPr>
            </a:lvl7pPr>
            <a:lvl8pPr>
              <a:defRPr sz="3075" b="1">
                <a:solidFill>
                  <a:srgbClr val="102C38"/>
                </a:solidFill>
                <a:latin typeface="Arial"/>
                <a:ea typeface="Arial"/>
                <a:cs typeface="Arial"/>
              </a:defRPr>
            </a:lvl8pPr>
            <a:lvl9pPr>
              <a:defRPr sz="3075" b="1">
                <a:solidFill>
                  <a:srgbClr val="102C38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3075" b="1">
                <a:solidFill>
                  <a:srgbClr val="102C38"/>
                </a:solidFill>
                <a:latin typeface="Arial"/>
                <a:ea typeface="Arial"/>
                <a:cs typeface="Arial"/>
              </a:defRPr>
            </a:pPr>
            <a:r>
              <a:rPr sz="3075" b="1">
                <a:solidFill>
                  <a:srgbClr val="102C38"/>
                </a:solidFill>
                <a:latin typeface="Arial"/>
                <a:ea typeface="Arial"/>
                <a:cs typeface="Arial"/>
              </a:rPr>
              <a:t>useState mémorise une valeur : exemple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D5FA505-408D-4786-913E-2A06786B07D1}"/>
              </a:ext>
            </a:extLst>
          </p:cNvPr>
          <p:cNvSpPr>
            <a:spLocks noGrp="1"/>
          </p:cNvSpPr>
          <p:nvPr/>
        </p:nvSpPr>
        <p:spPr>
          <a:xfrm>
            <a:off x="723900" y="1943100"/>
            <a:ext cx="10668000" cy="18478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>
              <a:defRPr sz="1950" b="0">
                <a:solidFill>
                  <a:srgbClr val="087F75"/>
                </a:solidFill>
                <a:latin typeface="Consolas"/>
                <a:ea typeface="Consolas"/>
                <a:cs typeface="Consolas"/>
              </a:defRPr>
            </a:defPPr>
            <a:lvl1pPr>
              <a:defRPr sz="1950" b="0">
                <a:solidFill>
                  <a:srgbClr val="087F75"/>
                </a:solidFill>
                <a:latin typeface="Consolas"/>
                <a:ea typeface="Consolas"/>
                <a:cs typeface="Consolas"/>
              </a:defRPr>
            </a:lvl1pPr>
            <a:lvl2pPr>
              <a:defRPr sz="1950" b="0">
                <a:solidFill>
                  <a:srgbClr val="087F75"/>
                </a:solidFill>
                <a:latin typeface="Consolas"/>
                <a:ea typeface="Consolas"/>
                <a:cs typeface="Consolas"/>
              </a:defRPr>
            </a:lvl2pPr>
            <a:lvl3pPr>
              <a:defRPr sz="1950" b="0">
                <a:solidFill>
                  <a:srgbClr val="087F75"/>
                </a:solidFill>
                <a:latin typeface="Consolas"/>
                <a:ea typeface="Consolas"/>
                <a:cs typeface="Consolas"/>
              </a:defRPr>
            </a:lvl3pPr>
            <a:lvl4pPr>
              <a:defRPr sz="1950" b="0">
                <a:solidFill>
                  <a:srgbClr val="087F75"/>
                </a:solidFill>
                <a:latin typeface="Consolas"/>
                <a:ea typeface="Consolas"/>
                <a:cs typeface="Consolas"/>
              </a:defRPr>
            </a:lvl4pPr>
            <a:lvl5pPr>
              <a:defRPr sz="1950" b="0">
                <a:solidFill>
                  <a:srgbClr val="087F75"/>
                </a:solidFill>
                <a:latin typeface="Consolas"/>
                <a:ea typeface="Consolas"/>
                <a:cs typeface="Consolas"/>
              </a:defRPr>
            </a:lvl5pPr>
            <a:lvl6pPr>
              <a:defRPr sz="1950" b="0">
                <a:solidFill>
                  <a:srgbClr val="087F75"/>
                </a:solidFill>
                <a:latin typeface="Consolas"/>
                <a:ea typeface="Consolas"/>
                <a:cs typeface="Consolas"/>
              </a:defRPr>
            </a:lvl6pPr>
            <a:lvl7pPr>
              <a:defRPr sz="1950" b="0">
                <a:solidFill>
                  <a:srgbClr val="087F75"/>
                </a:solidFill>
                <a:latin typeface="Consolas"/>
                <a:ea typeface="Consolas"/>
                <a:cs typeface="Consolas"/>
              </a:defRPr>
            </a:lvl7pPr>
            <a:lvl8pPr>
              <a:defRPr sz="1950" b="0">
                <a:solidFill>
                  <a:srgbClr val="087F75"/>
                </a:solidFill>
                <a:latin typeface="Consolas"/>
                <a:ea typeface="Consolas"/>
                <a:cs typeface="Consolas"/>
              </a:defRPr>
            </a:lvl8pPr>
            <a:lvl9pPr>
              <a:defRPr sz="1950" b="0">
                <a:solidFill>
                  <a:srgbClr val="087F75"/>
                </a:solidFill>
                <a:latin typeface="Consolas"/>
                <a:ea typeface="Consolas"/>
                <a:cs typeface="Consolas"/>
              </a:defRPr>
            </a:lvl9pPr>
          </a:lstStyle>
          <a:p>
            <a:pPr>
              <a:defRPr sz="1950" b="0">
                <a:solidFill>
                  <a:srgbClr val="087F75"/>
                </a:solidFill>
                <a:latin typeface="Consolas"/>
                <a:ea typeface="Consolas"/>
                <a:cs typeface="Consolas"/>
              </a:defRPr>
            </a:pPr>
            <a:r>
              <a:rPr sz="1950" b="0">
                <a:solidFill>
                  <a:srgbClr val="087F75"/>
                </a:solidFill>
                <a:latin typeface="Consolas"/>
                <a:ea typeface="Consolas"/>
                <a:cs typeface="Consolas"/>
              </a:rPr>
              <a:t>import { useState } from "react";</a:t>
            </a:r>
          </a:p>
          <a:p>
            <a:pPr>
              <a:defRPr sz="1950" b="0">
                <a:solidFill>
                  <a:srgbClr val="087F75"/>
                </a:solidFill>
                <a:latin typeface="Consolas"/>
                <a:ea typeface="Consolas"/>
                <a:cs typeface="Consolas"/>
              </a:defRPr>
            </a:pPr>
            <a:r>
              <a:rPr sz="1950" b="0">
                <a:solidFill>
                  <a:srgbClr val="087F75"/>
                </a:solidFill>
                <a:latin typeface="Consolas"/>
                <a:ea typeface="Consolas"/>
                <a:cs typeface="Consolas"/>
              </a:rPr>
              <a:t>// Dans le composant</a:t>
            </a:r>
          </a:p>
          <a:p>
            <a:pPr>
              <a:defRPr sz="1950" b="0">
                <a:solidFill>
                  <a:srgbClr val="087F75"/>
                </a:solidFill>
                <a:latin typeface="Consolas"/>
                <a:ea typeface="Consolas"/>
                <a:cs typeface="Consolas"/>
              </a:defRPr>
            </a:pPr>
            <a:r>
              <a:rPr sz="1950" b="0">
                <a:solidFill>
                  <a:srgbClr val="087F75"/>
                </a:solidFill>
                <a:latin typeface="Consolas"/>
                <a:ea typeface="Consolas"/>
                <a:cs typeface="Consolas"/>
              </a:rPr>
              <a:t>const [duree, setDuree] = useState(1);</a:t>
            </a:r>
          </a:p>
          <a:p>
            <a:pPr>
              <a:defRPr sz="1950" b="0">
                <a:solidFill>
                  <a:srgbClr val="087F75"/>
                </a:solidFill>
                <a:latin typeface="Consolas"/>
                <a:ea typeface="Consolas"/>
                <a:cs typeface="Consolas"/>
              </a:defRPr>
            </a:pPr>
            <a:r>
              <a:rPr sz="1950" b="0">
                <a:solidFill>
                  <a:srgbClr val="087F75"/>
                </a:solidFill>
                <a:latin typeface="Consolas"/>
                <a:ea typeface="Consolas"/>
                <a:cs typeface="Consolas"/>
              </a:rPr>
              <a:t>// Dans le JSX</a:t>
            </a:r>
          </a:p>
          <a:p>
            <a:pPr>
              <a:defRPr sz="1950" b="0">
                <a:solidFill>
                  <a:srgbClr val="087F75"/>
                </a:solidFill>
                <a:latin typeface="Consolas"/>
                <a:ea typeface="Consolas"/>
                <a:cs typeface="Consolas"/>
              </a:defRPr>
            </a:pPr>
            <a:r>
              <a:rPr sz="1950" b="0">
                <a:solidFill>
                  <a:srgbClr val="087F75"/>
                </a:solidFill>
                <a:latin typeface="Consolas"/>
                <a:ea typeface="Consolas"/>
                <a:cs typeface="Consolas"/>
              </a:rPr>
              <a:t>&lt;p&gt;{duree} heure(s)&lt;/p&gt;</a:t>
            </a:r>
          </a:p>
          <a:p>
            <a:pPr>
              <a:defRPr sz="1950" b="0">
                <a:solidFill>
                  <a:srgbClr val="087F75"/>
                </a:solidFill>
                <a:latin typeface="Consolas"/>
                <a:ea typeface="Consolas"/>
                <a:cs typeface="Consolas"/>
              </a:defRPr>
            </a:pPr>
            <a:r>
              <a:rPr sz="1950" b="0">
                <a:solidFill>
                  <a:srgbClr val="087F75"/>
                </a:solidFill>
                <a:latin typeface="Consolas"/>
                <a:ea typeface="Consolas"/>
                <a:cs typeface="Consolas"/>
              </a:rPr>
              <a:t>&lt;button onClick={() =&gt; setDuree(d =&gt; d + 1)}&gt;+ 1 h&lt;/button&gt;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EBBD871-4EC1-47F4-AF5D-29FC3E0774E0}"/>
              </a:ext>
            </a:extLst>
          </p:cNvPr>
          <p:cNvSpPr>
            <a:spLocks noGrp="1"/>
          </p:cNvSpPr>
          <p:nvPr/>
        </p:nvSpPr>
        <p:spPr>
          <a:xfrm>
            <a:off x="723900" y="3914775"/>
            <a:ext cx="10572750" cy="5619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800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defPPr>
            <a:lvl1pPr>
              <a:defRPr sz="1800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lvl1pPr>
            <a:lvl2pPr>
              <a:defRPr sz="1800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lvl2pPr>
            <a:lvl3pPr>
              <a:defRPr sz="1800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lvl3pPr>
            <a:lvl4pPr>
              <a:defRPr sz="1800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lvl4pPr>
            <a:lvl5pPr>
              <a:defRPr sz="1800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lvl5pPr>
            <a:lvl6pPr>
              <a:defRPr sz="1800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lvl6pPr>
            <a:lvl7pPr>
              <a:defRPr sz="1800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lvl7pPr>
            <a:lvl8pPr>
              <a:defRPr sz="1800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lvl8pPr>
            <a:lvl9pPr>
              <a:defRPr sz="1800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800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02C38"/>
                </a:solidFill>
                <a:latin typeface="Arial"/>
                <a:ea typeface="Arial"/>
                <a:cs typeface="Arial"/>
              </a:rPr>
              <a:t>setDuree reçoit ici une fonction qui calcule la prochaine valeur à partir de la précédente.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E55186B-C51C-45EF-A915-2AC0D82D8F60}"/>
              </a:ext>
            </a:extLst>
          </p:cNvPr>
          <p:cNvSpPr>
            <a:spLocks noGrp="1"/>
          </p:cNvSpPr>
          <p:nvPr/>
        </p:nvSpPr>
        <p:spPr>
          <a:xfrm>
            <a:off x="11334750" y="6457950"/>
            <a:ext cx="523875" cy="2190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200" b="0">
                <a:solidFill>
                  <a:srgbClr val="4E6670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4E6670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4E6670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4E6670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4E6670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4E6670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4E6670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4E6670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4E6670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4E6670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200" b="0">
                <a:solidFill>
                  <a:srgbClr val="4E667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4E6670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128542072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6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B27F4CE5-A113-4D4B-8116-6A782C5DF37A}"/>
              </a:ext>
            </a:extLst>
          </p:cNvPr>
          <p:cNvSpPr>
            <a:spLocks noGrp="1"/>
          </p:cNvSpPr>
          <p:nvPr/>
        </p:nvSpPr>
        <p:spPr>
          <a:xfrm>
            <a:off x="685800" y="352425"/>
            <a:ext cx="10763250" cy="2952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350" b="1">
                <a:solidFill>
                  <a:srgbClr val="087F75"/>
                </a:solidFill>
                <a:latin typeface="Arial"/>
                <a:ea typeface="Arial"/>
                <a:cs typeface="Arial"/>
              </a:defRPr>
            </a:defPPr>
            <a:lvl1pPr>
              <a:defRPr sz="1350" b="1">
                <a:solidFill>
                  <a:srgbClr val="087F75"/>
                </a:solidFill>
                <a:latin typeface="Arial"/>
                <a:ea typeface="Arial"/>
                <a:cs typeface="Arial"/>
              </a:defRPr>
            </a:lvl1pPr>
            <a:lvl2pPr>
              <a:defRPr sz="1350" b="1">
                <a:solidFill>
                  <a:srgbClr val="087F75"/>
                </a:solidFill>
                <a:latin typeface="Arial"/>
                <a:ea typeface="Arial"/>
                <a:cs typeface="Arial"/>
              </a:defRPr>
            </a:lvl2pPr>
            <a:lvl3pPr>
              <a:defRPr sz="1350" b="1">
                <a:solidFill>
                  <a:srgbClr val="087F75"/>
                </a:solidFill>
                <a:latin typeface="Arial"/>
                <a:ea typeface="Arial"/>
                <a:cs typeface="Arial"/>
              </a:defRPr>
            </a:lvl3pPr>
            <a:lvl4pPr>
              <a:defRPr sz="1350" b="1">
                <a:solidFill>
                  <a:srgbClr val="087F75"/>
                </a:solidFill>
                <a:latin typeface="Arial"/>
                <a:ea typeface="Arial"/>
                <a:cs typeface="Arial"/>
              </a:defRPr>
            </a:lvl4pPr>
            <a:lvl5pPr>
              <a:defRPr sz="1350" b="1">
                <a:solidFill>
                  <a:srgbClr val="087F75"/>
                </a:solidFill>
                <a:latin typeface="Arial"/>
                <a:ea typeface="Arial"/>
                <a:cs typeface="Arial"/>
              </a:defRPr>
            </a:lvl5pPr>
            <a:lvl6pPr>
              <a:defRPr sz="1350" b="1">
                <a:solidFill>
                  <a:srgbClr val="087F75"/>
                </a:solidFill>
                <a:latin typeface="Arial"/>
                <a:ea typeface="Arial"/>
                <a:cs typeface="Arial"/>
              </a:defRPr>
            </a:lvl6pPr>
            <a:lvl7pPr>
              <a:defRPr sz="1350" b="1">
                <a:solidFill>
                  <a:srgbClr val="087F75"/>
                </a:solidFill>
                <a:latin typeface="Arial"/>
                <a:ea typeface="Arial"/>
                <a:cs typeface="Arial"/>
              </a:defRPr>
            </a:lvl7pPr>
            <a:lvl8pPr>
              <a:defRPr sz="1350" b="1">
                <a:solidFill>
                  <a:srgbClr val="087F75"/>
                </a:solidFill>
                <a:latin typeface="Arial"/>
                <a:ea typeface="Arial"/>
                <a:cs typeface="Arial"/>
              </a:defRPr>
            </a:lvl8pPr>
            <a:lvl9pPr>
              <a:defRPr sz="1350" b="1">
                <a:solidFill>
                  <a:srgbClr val="087F75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350" b="1">
                <a:solidFill>
                  <a:srgbClr val="087F75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87F75"/>
                </a:solidFill>
                <a:latin typeface="Arial"/>
                <a:ea typeface="Arial"/>
                <a:cs typeface="Arial"/>
              </a:rPr>
              <a:t>EXERCICE · 7 MIN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D4E6693-ECCD-469B-87A3-C2AFE58DF5A3}"/>
              </a:ext>
            </a:extLst>
          </p:cNvPr>
          <p:cNvSpPr>
            <a:spLocks noGrp="1"/>
          </p:cNvSpPr>
          <p:nvPr/>
        </p:nvSpPr>
        <p:spPr>
          <a:xfrm>
            <a:off x="685800" y="866775"/>
            <a:ext cx="10858500" cy="9144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3075" b="1">
                <a:solidFill>
                  <a:srgbClr val="102C38"/>
                </a:solidFill>
                <a:latin typeface="Arial"/>
                <a:ea typeface="Arial"/>
                <a:cs typeface="Arial"/>
              </a:defRPr>
            </a:defPPr>
            <a:lvl1pPr>
              <a:defRPr sz="3075" b="1">
                <a:solidFill>
                  <a:srgbClr val="102C38"/>
                </a:solidFill>
                <a:latin typeface="Arial"/>
                <a:ea typeface="Arial"/>
                <a:cs typeface="Arial"/>
              </a:defRPr>
            </a:lvl1pPr>
            <a:lvl2pPr>
              <a:defRPr sz="3075" b="1">
                <a:solidFill>
                  <a:srgbClr val="102C38"/>
                </a:solidFill>
                <a:latin typeface="Arial"/>
                <a:ea typeface="Arial"/>
                <a:cs typeface="Arial"/>
              </a:defRPr>
            </a:lvl2pPr>
            <a:lvl3pPr>
              <a:defRPr sz="3075" b="1">
                <a:solidFill>
                  <a:srgbClr val="102C38"/>
                </a:solidFill>
                <a:latin typeface="Arial"/>
                <a:ea typeface="Arial"/>
                <a:cs typeface="Arial"/>
              </a:defRPr>
            </a:lvl3pPr>
            <a:lvl4pPr>
              <a:defRPr sz="3075" b="1">
                <a:solidFill>
                  <a:srgbClr val="102C38"/>
                </a:solidFill>
                <a:latin typeface="Arial"/>
                <a:ea typeface="Arial"/>
                <a:cs typeface="Arial"/>
              </a:defRPr>
            </a:lvl4pPr>
            <a:lvl5pPr>
              <a:defRPr sz="3075" b="1">
                <a:solidFill>
                  <a:srgbClr val="102C38"/>
                </a:solidFill>
                <a:latin typeface="Arial"/>
                <a:ea typeface="Arial"/>
                <a:cs typeface="Arial"/>
              </a:defRPr>
            </a:lvl5pPr>
            <a:lvl6pPr>
              <a:defRPr sz="3075" b="1">
                <a:solidFill>
                  <a:srgbClr val="102C38"/>
                </a:solidFill>
                <a:latin typeface="Arial"/>
                <a:ea typeface="Arial"/>
                <a:cs typeface="Arial"/>
              </a:defRPr>
            </a:lvl6pPr>
            <a:lvl7pPr>
              <a:defRPr sz="3075" b="1">
                <a:solidFill>
                  <a:srgbClr val="102C38"/>
                </a:solidFill>
                <a:latin typeface="Arial"/>
                <a:ea typeface="Arial"/>
                <a:cs typeface="Arial"/>
              </a:defRPr>
            </a:lvl7pPr>
            <a:lvl8pPr>
              <a:defRPr sz="3075" b="1">
                <a:solidFill>
                  <a:srgbClr val="102C38"/>
                </a:solidFill>
                <a:latin typeface="Arial"/>
                <a:ea typeface="Arial"/>
                <a:cs typeface="Arial"/>
              </a:defRPr>
            </a:lvl8pPr>
            <a:lvl9pPr>
              <a:defRPr sz="3075" b="1">
                <a:solidFill>
                  <a:srgbClr val="102C38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3075" b="1">
                <a:solidFill>
                  <a:srgbClr val="102C38"/>
                </a:solidFill>
                <a:latin typeface="Arial"/>
                <a:ea typeface="Arial"/>
                <a:cs typeface="Arial"/>
              </a:defRPr>
            </a:pPr>
            <a:r>
              <a:rPr sz="3075" b="1">
                <a:solidFill>
                  <a:srgbClr val="102C38"/>
                </a:solidFill>
                <a:latin typeface="Arial"/>
                <a:ea typeface="Arial"/>
                <a:cs typeface="Arial"/>
              </a:rPr>
              <a:t>À vous : useState mémorise une valeur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1D232D6-2EAA-4199-99C2-4779FF042240}"/>
              </a:ext>
            </a:extLst>
          </p:cNvPr>
          <p:cNvSpPr>
            <a:spLocks noGrp="1"/>
          </p:cNvSpPr>
          <p:nvPr/>
        </p:nvSpPr>
        <p:spPr>
          <a:xfrm>
            <a:off x="723900" y="2000250"/>
            <a:ext cx="10763250" cy="9144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250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defPPr>
            <a:lvl1pPr>
              <a:defRPr sz="2250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lvl1pPr>
            <a:lvl2pPr>
              <a:defRPr sz="2250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lvl2pPr>
            <a:lvl3pPr>
              <a:defRPr sz="2250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lvl3pPr>
            <a:lvl4pPr>
              <a:defRPr sz="2250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lvl4pPr>
            <a:lvl5pPr>
              <a:defRPr sz="2250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lvl5pPr>
            <a:lvl6pPr>
              <a:defRPr sz="2250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lvl6pPr>
            <a:lvl7pPr>
              <a:defRPr sz="2250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lvl7pPr>
            <a:lvl8pPr>
              <a:defRPr sz="2250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lvl8pPr>
            <a:lvl9pPr>
              <a:defRPr sz="2250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2250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02C38"/>
                </a:solidFill>
                <a:latin typeface="Arial"/>
                <a:ea typeface="Arial"/>
                <a:cs typeface="Arial"/>
              </a:rPr>
              <a:t>Ajouter une durée initiale de 1 h.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4895A1A-9E06-4FE0-98D7-4908F5B6F482}"/>
              </a:ext>
            </a:extLst>
          </p:cNvPr>
          <p:cNvSpPr>
            <a:spLocks noGrp="1"/>
          </p:cNvSpPr>
          <p:nvPr/>
        </p:nvSpPr>
        <p:spPr>
          <a:xfrm>
            <a:off x="723900" y="2971800"/>
            <a:ext cx="10763250" cy="9144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250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defPPr>
            <a:lvl1pPr>
              <a:defRPr sz="2250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lvl1pPr>
            <a:lvl2pPr>
              <a:defRPr sz="2250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lvl2pPr>
            <a:lvl3pPr>
              <a:defRPr sz="2250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lvl3pPr>
            <a:lvl4pPr>
              <a:defRPr sz="2250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lvl4pPr>
            <a:lvl5pPr>
              <a:defRPr sz="2250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lvl5pPr>
            <a:lvl6pPr>
              <a:defRPr sz="2250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lvl6pPr>
            <a:lvl7pPr>
              <a:defRPr sz="2250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lvl7pPr>
            <a:lvl8pPr>
              <a:defRPr sz="2250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lvl8pPr>
            <a:lvl9pPr>
              <a:defRPr sz="2250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2250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02C38"/>
                </a:solidFill>
                <a:latin typeface="Arial"/>
                <a:ea typeface="Arial"/>
                <a:cs typeface="Arial"/>
              </a:rPr>
              <a:t>Le bouton + ajoute une heure. Le bouton − ne descend jamais sous 1.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E534153-D7F0-4866-9A08-8863560DC7D8}"/>
              </a:ext>
            </a:extLst>
          </p:cNvPr>
          <p:cNvSpPr>
            <a:spLocks noGrp="1"/>
          </p:cNvSpPr>
          <p:nvPr/>
        </p:nvSpPr>
        <p:spPr>
          <a:xfrm>
            <a:off x="723900" y="3943350"/>
            <a:ext cx="10763250" cy="9144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250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defPPr>
            <a:lvl1pPr>
              <a:defRPr sz="2250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lvl1pPr>
            <a:lvl2pPr>
              <a:defRPr sz="2250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lvl2pPr>
            <a:lvl3pPr>
              <a:defRPr sz="2250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lvl3pPr>
            <a:lvl4pPr>
              <a:defRPr sz="2250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lvl4pPr>
            <a:lvl5pPr>
              <a:defRPr sz="2250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lvl5pPr>
            <a:lvl6pPr>
              <a:defRPr sz="2250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lvl6pPr>
            <a:lvl7pPr>
              <a:defRPr sz="2250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lvl7pPr>
            <a:lvl8pPr>
              <a:defRPr sz="2250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lvl8pPr>
            <a:lvl9pPr>
              <a:defRPr sz="2250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2250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02C38"/>
                </a:solidFill>
                <a:latin typeface="Arial"/>
                <a:ea typeface="Arial"/>
                <a:cs typeface="Arial"/>
              </a:rPr>
              <a:t>Afficher prixHeure × duree sans stocker séparément le total.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107C875-E8A2-4819-9FDA-9FE396E859D4}"/>
              </a:ext>
            </a:extLst>
          </p:cNvPr>
          <p:cNvSpPr>
            <a:spLocks noGrp="1"/>
          </p:cNvSpPr>
          <p:nvPr/>
        </p:nvSpPr>
        <p:spPr>
          <a:xfrm>
            <a:off x="11334750" y="6457950"/>
            <a:ext cx="523875" cy="2190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200" b="0">
                <a:solidFill>
                  <a:srgbClr val="4E6670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4E6670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4E6670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4E6670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4E6670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4E6670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4E6670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4E6670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4E6670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4E6670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200" b="0">
                <a:solidFill>
                  <a:srgbClr val="4E667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4E6670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42063883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6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94FC588D-E150-462B-A5A1-0CC75B0CDEFF}"/>
              </a:ext>
            </a:extLst>
          </p:cNvPr>
          <p:cNvSpPr>
            <a:spLocks noGrp="1"/>
          </p:cNvSpPr>
          <p:nvPr/>
        </p:nvSpPr>
        <p:spPr>
          <a:xfrm>
            <a:off x="685800" y="352425"/>
            <a:ext cx="10763250" cy="2952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350" b="1">
                <a:solidFill>
                  <a:srgbClr val="087F75"/>
                </a:solidFill>
                <a:latin typeface="Arial"/>
                <a:ea typeface="Arial"/>
                <a:cs typeface="Arial"/>
              </a:defRPr>
            </a:defPPr>
            <a:lvl1pPr>
              <a:defRPr sz="1350" b="1">
                <a:solidFill>
                  <a:srgbClr val="087F75"/>
                </a:solidFill>
                <a:latin typeface="Arial"/>
                <a:ea typeface="Arial"/>
                <a:cs typeface="Arial"/>
              </a:defRPr>
            </a:lvl1pPr>
            <a:lvl2pPr>
              <a:defRPr sz="1350" b="1">
                <a:solidFill>
                  <a:srgbClr val="087F75"/>
                </a:solidFill>
                <a:latin typeface="Arial"/>
                <a:ea typeface="Arial"/>
                <a:cs typeface="Arial"/>
              </a:defRPr>
            </a:lvl2pPr>
            <a:lvl3pPr>
              <a:defRPr sz="1350" b="1">
                <a:solidFill>
                  <a:srgbClr val="087F75"/>
                </a:solidFill>
                <a:latin typeface="Arial"/>
                <a:ea typeface="Arial"/>
                <a:cs typeface="Arial"/>
              </a:defRPr>
            </a:lvl3pPr>
            <a:lvl4pPr>
              <a:defRPr sz="1350" b="1">
                <a:solidFill>
                  <a:srgbClr val="087F75"/>
                </a:solidFill>
                <a:latin typeface="Arial"/>
                <a:ea typeface="Arial"/>
                <a:cs typeface="Arial"/>
              </a:defRPr>
            </a:lvl4pPr>
            <a:lvl5pPr>
              <a:defRPr sz="1350" b="1">
                <a:solidFill>
                  <a:srgbClr val="087F75"/>
                </a:solidFill>
                <a:latin typeface="Arial"/>
                <a:ea typeface="Arial"/>
                <a:cs typeface="Arial"/>
              </a:defRPr>
            </a:lvl5pPr>
            <a:lvl6pPr>
              <a:defRPr sz="1350" b="1">
                <a:solidFill>
                  <a:srgbClr val="087F75"/>
                </a:solidFill>
                <a:latin typeface="Arial"/>
                <a:ea typeface="Arial"/>
                <a:cs typeface="Arial"/>
              </a:defRPr>
            </a:lvl6pPr>
            <a:lvl7pPr>
              <a:defRPr sz="1350" b="1">
                <a:solidFill>
                  <a:srgbClr val="087F75"/>
                </a:solidFill>
                <a:latin typeface="Arial"/>
                <a:ea typeface="Arial"/>
                <a:cs typeface="Arial"/>
              </a:defRPr>
            </a:lvl7pPr>
            <a:lvl8pPr>
              <a:defRPr sz="1350" b="1">
                <a:solidFill>
                  <a:srgbClr val="087F75"/>
                </a:solidFill>
                <a:latin typeface="Arial"/>
                <a:ea typeface="Arial"/>
                <a:cs typeface="Arial"/>
              </a:defRPr>
            </a:lvl8pPr>
            <a:lvl9pPr>
              <a:defRPr sz="1350" b="1">
                <a:solidFill>
                  <a:srgbClr val="087F75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350" b="1">
                <a:solidFill>
                  <a:srgbClr val="087F75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87F75"/>
                </a:solidFill>
                <a:latin typeface="Arial"/>
                <a:ea typeface="Arial"/>
                <a:cs typeface="Arial"/>
              </a:rPr>
              <a:t>CORRIGÉ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7253D1E-E52C-499A-A499-1650A274ADDA}"/>
              </a:ext>
            </a:extLst>
          </p:cNvPr>
          <p:cNvSpPr>
            <a:spLocks noGrp="1"/>
          </p:cNvSpPr>
          <p:nvPr/>
        </p:nvSpPr>
        <p:spPr>
          <a:xfrm>
            <a:off x="685800" y="866775"/>
            <a:ext cx="10858500" cy="9144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3075" b="1">
                <a:solidFill>
                  <a:srgbClr val="102C38"/>
                </a:solidFill>
                <a:latin typeface="Arial"/>
                <a:ea typeface="Arial"/>
                <a:cs typeface="Arial"/>
              </a:defRPr>
            </a:defPPr>
            <a:lvl1pPr>
              <a:defRPr sz="3075" b="1">
                <a:solidFill>
                  <a:srgbClr val="102C38"/>
                </a:solidFill>
                <a:latin typeface="Arial"/>
                <a:ea typeface="Arial"/>
                <a:cs typeface="Arial"/>
              </a:defRPr>
            </a:lvl1pPr>
            <a:lvl2pPr>
              <a:defRPr sz="3075" b="1">
                <a:solidFill>
                  <a:srgbClr val="102C38"/>
                </a:solidFill>
                <a:latin typeface="Arial"/>
                <a:ea typeface="Arial"/>
                <a:cs typeface="Arial"/>
              </a:defRPr>
            </a:lvl2pPr>
            <a:lvl3pPr>
              <a:defRPr sz="3075" b="1">
                <a:solidFill>
                  <a:srgbClr val="102C38"/>
                </a:solidFill>
                <a:latin typeface="Arial"/>
                <a:ea typeface="Arial"/>
                <a:cs typeface="Arial"/>
              </a:defRPr>
            </a:lvl3pPr>
            <a:lvl4pPr>
              <a:defRPr sz="3075" b="1">
                <a:solidFill>
                  <a:srgbClr val="102C38"/>
                </a:solidFill>
                <a:latin typeface="Arial"/>
                <a:ea typeface="Arial"/>
                <a:cs typeface="Arial"/>
              </a:defRPr>
            </a:lvl4pPr>
            <a:lvl5pPr>
              <a:defRPr sz="3075" b="1">
                <a:solidFill>
                  <a:srgbClr val="102C38"/>
                </a:solidFill>
                <a:latin typeface="Arial"/>
                <a:ea typeface="Arial"/>
                <a:cs typeface="Arial"/>
              </a:defRPr>
            </a:lvl5pPr>
            <a:lvl6pPr>
              <a:defRPr sz="3075" b="1">
                <a:solidFill>
                  <a:srgbClr val="102C38"/>
                </a:solidFill>
                <a:latin typeface="Arial"/>
                <a:ea typeface="Arial"/>
                <a:cs typeface="Arial"/>
              </a:defRPr>
            </a:lvl6pPr>
            <a:lvl7pPr>
              <a:defRPr sz="3075" b="1">
                <a:solidFill>
                  <a:srgbClr val="102C38"/>
                </a:solidFill>
                <a:latin typeface="Arial"/>
                <a:ea typeface="Arial"/>
                <a:cs typeface="Arial"/>
              </a:defRPr>
            </a:lvl7pPr>
            <a:lvl8pPr>
              <a:defRPr sz="3075" b="1">
                <a:solidFill>
                  <a:srgbClr val="102C38"/>
                </a:solidFill>
                <a:latin typeface="Arial"/>
                <a:ea typeface="Arial"/>
                <a:cs typeface="Arial"/>
              </a:defRPr>
            </a:lvl8pPr>
            <a:lvl9pPr>
              <a:defRPr sz="3075" b="1">
                <a:solidFill>
                  <a:srgbClr val="102C38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3075" b="1">
                <a:solidFill>
                  <a:srgbClr val="102C38"/>
                </a:solidFill>
                <a:latin typeface="Arial"/>
                <a:ea typeface="Arial"/>
                <a:cs typeface="Arial"/>
              </a:defRPr>
            </a:pPr>
            <a:r>
              <a:rPr sz="3075" b="1">
                <a:solidFill>
                  <a:srgbClr val="102C38"/>
                </a:solidFill>
                <a:latin typeface="Arial"/>
                <a:ea typeface="Arial"/>
                <a:cs typeface="Arial"/>
              </a:rPr>
              <a:t>Correction : useState mémorise une valeur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176CCCB-1C8B-48FF-A441-6E87DC41FDD4}"/>
              </a:ext>
            </a:extLst>
          </p:cNvPr>
          <p:cNvSpPr>
            <a:spLocks noGrp="1"/>
          </p:cNvSpPr>
          <p:nvPr/>
        </p:nvSpPr>
        <p:spPr>
          <a:xfrm>
            <a:off x="723900" y="1943100"/>
            <a:ext cx="10668000" cy="18478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>
              <a:defRPr sz="1950" b="0">
                <a:solidFill>
                  <a:srgbClr val="087F75"/>
                </a:solidFill>
                <a:latin typeface="Consolas"/>
                <a:ea typeface="Consolas"/>
                <a:cs typeface="Consolas"/>
              </a:defRPr>
            </a:defPPr>
            <a:lvl1pPr>
              <a:defRPr sz="1950" b="0">
                <a:solidFill>
                  <a:srgbClr val="087F75"/>
                </a:solidFill>
                <a:latin typeface="Consolas"/>
                <a:ea typeface="Consolas"/>
                <a:cs typeface="Consolas"/>
              </a:defRPr>
            </a:lvl1pPr>
            <a:lvl2pPr>
              <a:defRPr sz="1950" b="0">
                <a:solidFill>
                  <a:srgbClr val="087F75"/>
                </a:solidFill>
                <a:latin typeface="Consolas"/>
                <a:ea typeface="Consolas"/>
                <a:cs typeface="Consolas"/>
              </a:defRPr>
            </a:lvl2pPr>
            <a:lvl3pPr>
              <a:defRPr sz="1950" b="0">
                <a:solidFill>
                  <a:srgbClr val="087F75"/>
                </a:solidFill>
                <a:latin typeface="Consolas"/>
                <a:ea typeface="Consolas"/>
                <a:cs typeface="Consolas"/>
              </a:defRPr>
            </a:lvl3pPr>
            <a:lvl4pPr>
              <a:defRPr sz="1950" b="0">
                <a:solidFill>
                  <a:srgbClr val="087F75"/>
                </a:solidFill>
                <a:latin typeface="Consolas"/>
                <a:ea typeface="Consolas"/>
                <a:cs typeface="Consolas"/>
              </a:defRPr>
            </a:lvl4pPr>
            <a:lvl5pPr>
              <a:defRPr sz="1950" b="0">
                <a:solidFill>
                  <a:srgbClr val="087F75"/>
                </a:solidFill>
                <a:latin typeface="Consolas"/>
                <a:ea typeface="Consolas"/>
                <a:cs typeface="Consolas"/>
              </a:defRPr>
            </a:lvl5pPr>
            <a:lvl6pPr>
              <a:defRPr sz="1950" b="0">
                <a:solidFill>
                  <a:srgbClr val="087F75"/>
                </a:solidFill>
                <a:latin typeface="Consolas"/>
                <a:ea typeface="Consolas"/>
                <a:cs typeface="Consolas"/>
              </a:defRPr>
            </a:lvl6pPr>
            <a:lvl7pPr>
              <a:defRPr sz="1950" b="0">
                <a:solidFill>
                  <a:srgbClr val="087F75"/>
                </a:solidFill>
                <a:latin typeface="Consolas"/>
                <a:ea typeface="Consolas"/>
                <a:cs typeface="Consolas"/>
              </a:defRPr>
            </a:lvl7pPr>
            <a:lvl8pPr>
              <a:defRPr sz="1950" b="0">
                <a:solidFill>
                  <a:srgbClr val="087F75"/>
                </a:solidFill>
                <a:latin typeface="Consolas"/>
                <a:ea typeface="Consolas"/>
                <a:cs typeface="Consolas"/>
              </a:defRPr>
            </a:lvl8pPr>
            <a:lvl9pPr>
              <a:defRPr sz="1950" b="0">
                <a:solidFill>
                  <a:srgbClr val="087F75"/>
                </a:solidFill>
                <a:latin typeface="Consolas"/>
                <a:ea typeface="Consolas"/>
                <a:cs typeface="Consolas"/>
              </a:defRPr>
            </a:lvl9pPr>
          </a:lstStyle>
          <a:p>
            <a:pPr>
              <a:defRPr sz="1950" b="0">
                <a:solidFill>
                  <a:srgbClr val="087F75"/>
                </a:solidFill>
                <a:latin typeface="Consolas"/>
                <a:ea typeface="Consolas"/>
                <a:cs typeface="Consolas"/>
              </a:defRPr>
            </a:pPr>
            <a:r>
              <a:rPr sz="1950" b="0">
                <a:solidFill>
                  <a:srgbClr val="087F75"/>
                </a:solidFill>
                <a:latin typeface="Consolas"/>
                <a:ea typeface="Consolas"/>
                <a:cs typeface="Consolas"/>
              </a:rPr>
              <a:t>const [duree, setDuree] = useState(1);</a:t>
            </a:r>
          </a:p>
          <a:p>
            <a:pPr>
              <a:defRPr sz="1950" b="0">
                <a:solidFill>
                  <a:srgbClr val="087F75"/>
                </a:solidFill>
                <a:latin typeface="Consolas"/>
                <a:ea typeface="Consolas"/>
                <a:cs typeface="Consolas"/>
              </a:defRPr>
            </a:pPr>
            <a:r>
              <a:rPr sz="1950" b="0">
                <a:solidFill>
                  <a:srgbClr val="087F75"/>
                </a:solidFill>
                <a:latin typeface="Consolas"/>
                <a:ea typeface="Consolas"/>
                <a:cs typeface="Consolas"/>
              </a:rPr>
              <a:t>const total = local.prixHeure * duree;</a:t>
            </a:r>
          </a:p>
          <a:p>
            <a:pPr>
              <a:defRPr sz="1950" b="0">
                <a:solidFill>
                  <a:srgbClr val="087F75"/>
                </a:solidFill>
                <a:latin typeface="Consolas"/>
                <a:ea typeface="Consolas"/>
                <a:cs typeface="Consolas"/>
              </a:defRPr>
            </a:pPr>
            <a:r>
              <a:rPr sz="1950" b="0">
                <a:solidFill>
                  <a:srgbClr val="087F75"/>
                </a:solidFill>
                <a:latin typeface="Consolas"/>
                <a:ea typeface="Consolas"/>
                <a:cs typeface="Consolas"/>
              </a:rPr>
              <a:t>// Bouton moins</a:t>
            </a:r>
          </a:p>
          <a:p>
            <a:pPr>
              <a:defRPr sz="1950" b="0">
                <a:solidFill>
                  <a:srgbClr val="087F75"/>
                </a:solidFill>
                <a:latin typeface="Consolas"/>
                <a:ea typeface="Consolas"/>
                <a:cs typeface="Consolas"/>
              </a:defRPr>
            </a:pPr>
            <a:r>
              <a:rPr sz="1950" b="0">
                <a:solidFill>
                  <a:srgbClr val="087F75"/>
                </a:solidFill>
                <a:latin typeface="Consolas"/>
                <a:ea typeface="Consolas"/>
                <a:cs typeface="Consolas"/>
              </a:rPr>
              <a:t>&lt;button onClick={() =&gt; setDuree(d =&gt; Math.max(1, d - 1))}&gt;</a:t>
            </a:r>
          </a:p>
          <a:p>
            <a:pPr>
              <a:defRPr sz="1950" b="0">
                <a:solidFill>
                  <a:srgbClr val="087F75"/>
                </a:solidFill>
                <a:latin typeface="Consolas"/>
                <a:ea typeface="Consolas"/>
                <a:cs typeface="Consolas"/>
              </a:defRPr>
            </a:pPr>
            <a:r>
              <a:rPr sz="1950" b="0">
                <a:solidFill>
                  <a:srgbClr val="087F75"/>
                </a:solidFill>
                <a:latin typeface="Consolas"/>
                <a:ea typeface="Consolas"/>
                <a:cs typeface="Consolas"/>
              </a:rPr>
              <a:t>  - 1 h</a:t>
            </a:r>
          </a:p>
          <a:p>
            <a:pPr>
              <a:defRPr sz="1950" b="0">
                <a:solidFill>
                  <a:srgbClr val="087F75"/>
                </a:solidFill>
                <a:latin typeface="Consolas"/>
                <a:ea typeface="Consolas"/>
                <a:cs typeface="Consolas"/>
              </a:defRPr>
            </a:pPr>
            <a:r>
              <a:rPr sz="1950" b="0">
                <a:solidFill>
                  <a:srgbClr val="087F75"/>
                </a:solidFill>
                <a:latin typeface="Consolas"/>
                <a:ea typeface="Consolas"/>
                <a:cs typeface="Consolas"/>
              </a:rPr>
              <a:t>&lt;/button&gt;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89FE5BF-2D1F-4983-A6D5-C8FE3C051FA4}"/>
              </a:ext>
            </a:extLst>
          </p:cNvPr>
          <p:cNvSpPr>
            <a:spLocks noGrp="1"/>
          </p:cNvSpPr>
          <p:nvPr/>
        </p:nvSpPr>
        <p:spPr>
          <a:xfrm>
            <a:off x="723900" y="3914775"/>
            <a:ext cx="10572750" cy="5619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800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defPPr>
            <a:lvl1pPr>
              <a:defRPr sz="1800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lvl1pPr>
            <a:lvl2pPr>
              <a:defRPr sz="1800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lvl2pPr>
            <a:lvl3pPr>
              <a:defRPr sz="1800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lvl3pPr>
            <a:lvl4pPr>
              <a:defRPr sz="1800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lvl4pPr>
            <a:lvl5pPr>
              <a:defRPr sz="1800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lvl5pPr>
            <a:lvl6pPr>
              <a:defRPr sz="1800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lvl6pPr>
            <a:lvl7pPr>
              <a:defRPr sz="1800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lvl7pPr>
            <a:lvl8pPr>
              <a:defRPr sz="1800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lvl8pPr>
            <a:lvl9pPr>
              <a:defRPr sz="1800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800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02C38"/>
                </a:solidFill>
                <a:latin typeface="Arial"/>
                <a:ea typeface="Arial"/>
                <a:cs typeface="Arial"/>
              </a:rPr>
              <a:t>À 150 DH / h, trois clics sur + donnent 4 h et 600 DH. Le total est une valeur dérivée.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BC1A552-A117-4459-9414-D2488E324DC5}"/>
              </a:ext>
            </a:extLst>
          </p:cNvPr>
          <p:cNvSpPr>
            <a:spLocks noGrp="1"/>
          </p:cNvSpPr>
          <p:nvPr/>
        </p:nvSpPr>
        <p:spPr>
          <a:xfrm>
            <a:off x="11334750" y="6457950"/>
            <a:ext cx="523875" cy="2190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200" b="0">
                <a:solidFill>
                  <a:srgbClr val="4E6670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4E6670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4E6670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4E6670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4E6670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4E6670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4E6670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4E6670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4E6670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4E6670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200" b="0">
                <a:solidFill>
                  <a:srgbClr val="4E667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4E6670"/>
                </a:solidFill>
                <a:latin typeface="Arial"/>
                <a:ea typeface="Arial"/>
                <a:cs typeface="Arial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151231311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2C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28F0B01F-A441-4168-9E12-64CC83F9BEBB}"/>
              </a:ext>
            </a:extLst>
          </p:cNvPr>
          <p:cNvSpPr>
            <a:spLocks noGrp="1"/>
          </p:cNvSpPr>
          <p:nvPr/>
        </p:nvSpPr>
        <p:spPr>
          <a:xfrm>
            <a:off x="762000" y="1762125"/>
            <a:ext cx="10477500" cy="952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60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>
              <a:defRPr sz="60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>
              <a:defRPr sz="60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>
              <a:defRPr sz="60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>
              <a:defRPr sz="60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>
              <a:defRPr sz="60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>
              <a:defRPr sz="60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>
              <a:defRPr sz="60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>
              <a:defRPr sz="60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>
              <a:defRPr sz="60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60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60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Pause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0054FEE-9B06-43FE-8AF4-01FA8C397F2B}"/>
              </a:ext>
            </a:extLst>
          </p:cNvPr>
          <p:cNvSpPr>
            <a:spLocks noGrp="1"/>
          </p:cNvSpPr>
          <p:nvPr/>
        </p:nvSpPr>
        <p:spPr>
          <a:xfrm>
            <a:off x="800100" y="3124200"/>
            <a:ext cx="10477500" cy="666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3600" b="0">
                <a:solidFill>
                  <a:srgbClr val="BDEFE2"/>
                </a:solidFill>
                <a:latin typeface="Arial"/>
                <a:ea typeface="Arial"/>
                <a:cs typeface="Arial"/>
              </a:defRPr>
            </a:defPPr>
            <a:lvl1pPr>
              <a:defRPr sz="3600" b="0">
                <a:solidFill>
                  <a:srgbClr val="BDEFE2"/>
                </a:solidFill>
                <a:latin typeface="Arial"/>
                <a:ea typeface="Arial"/>
                <a:cs typeface="Arial"/>
              </a:defRPr>
            </a:lvl1pPr>
            <a:lvl2pPr>
              <a:defRPr sz="3600" b="0">
                <a:solidFill>
                  <a:srgbClr val="BDEFE2"/>
                </a:solidFill>
                <a:latin typeface="Arial"/>
                <a:ea typeface="Arial"/>
                <a:cs typeface="Arial"/>
              </a:defRPr>
            </a:lvl2pPr>
            <a:lvl3pPr>
              <a:defRPr sz="3600" b="0">
                <a:solidFill>
                  <a:srgbClr val="BDEFE2"/>
                </a:solidFill>
                <a:latin typeface="Arial"/>
                <a:ea typeface="Arial"/>
                <a:cs typeface="Arial"/>
              </a:defRPr>
            </a:lvl3pPr>
            <a:lvl4pPr>
              <a:defRPr sz="3600" b="0">
                <a:solidFill>
                  <a:srgbClr val="BDEFE2"/>
                </a:solidFill>
                <a:latin typeface="Arial"/>
                <a:ea typeface="Arial"/>
                <a:cs typeface="Arial"/>
              </a:defRPr>
            </a:lvl4pPr>
            <a:lvl5pPr>
              <a:defRPr sz="3600" b="0">
                <a:solidFill>
                  <a:srgbClr val="BDEFE2"/>
                </a:solidFill>
                <a:latin typeface="Arial"/>
                <a:ea typeface="Arial"/>
                <a:cs typeface="Arial"/>
              </a:defRPr>
            </a:lvl5pPr>
            <a:lvl6pPr>
              <a:defRPr sz="3600" b="0">
                <a:solidFill>
                  <a:srgbClr val="BDEFE2"/>
                </a:solidFill>
                <a:latin typeface="Arial"/>
                <a:ea typeface="Arial"/>
                <a:cs typeface="Arial"/>
              </a:defRPr>
            </a:lvl6pPr>
            <a:lvl7pPr>
              <a:defRPr sz="3600" b="0">
                <a:solidFill>
                  <a:srgbClr val="BDEFE2"/>
                </a:solidFill>
                <a:latin typeface="Arial"/>
                <a:ea typeface="Arial"/>
                <a:cs typeface="Arial"/>
              </a:defRPr>
            </a:lvl7pPr>
            <a:lvl8pPr>
              <a:defRPr sz="3600" b="0">
                <a:solidFill>
                  <a:srgbClr val="BDEFE2"/>
                </a:solidFill>
                <a:latin typeface="Arial"/>
                <a:ea typeface="Arial"/>
                <a:cs typeface="Arial"/>
              </a:defRPr>
            </a:lvl8pPr>
            <a:lvl9pPr>
              <a:defRPr sz="3600" b="0">
                <a:solidFill>
                  <a:srgbClr val="BDEFE2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3600" b="0">
                <a:solidFill>
                  <a:srgbClr val="BDEFE2"/>
                </a:solidFill>
                <a:latin typeface="Arial"/>
                <a:ea typeface="Arial"/>
                <a:cs typeface="Arial"/>
              </a:defRPr>
            </a:pPr>
            <a:r>
              <a:rPr sz="3600" b="0">
                <a:solidFill>
                  <a:srgbClr val="BDEFE2"/>
                </a:solidFill>
                <a:latin typeface="Arial"/>
                <a:ea typeface="Arial"/>
                <a:cs typeface="Arial"/>
              </a:rPr>
              <a:t>5 minutes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60F1A9E-E079-473C-91E0-136074287FF3}"/>
              </a:ext>
            </a:extLst>
          </p:cNvPr>
          <p:cNvSpPr>
            <a:spLocks noGrp="1"/>
          </p:cNvSpPr>
          <p:nvPr/>
        </p:nvSpPr>
        <p:spPr>
          <a:xfrm>
            <a:off x="11334750" y="6457950"/>
            <a:ext cx="523875" cy="2190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200" b="0">
                <a:solidFill>
                  <a:srgbClr val="BDEFE2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BDEFE2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BDEFE2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BDEFE2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BDEFE2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BDEFE2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BDEFE2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BDEFE2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BDEFE2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BDEFE2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200" b="0">
                <a:solidFill>
                  <a:srgbClr val="BDEFE2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BDEFE2"/>
                </a:solidFill>
                <a:latin typeface="Arial"/>
                <a:ea typeface="Arial"/>
                <a:cs typeface="Arial"/>
              </a:rPr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171435783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6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63EA1C4B-85C4-4371-B114-94D4ABE1B625}"/>
              </a:ext>
            </a:extLst>
          </p:cNvPr>
          <p:cNvSpPr>
            <a:spLocks noGrp="1"/>
          </p:cNvSpPr>
          <p:nvPr/>
        </p:nvSpPr>
        <p:spPr>
          <a:xfrm>
            <a:off x="685800" y="352425"/>
            <a:ext cx="10763250" cy="2952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350" b="1">
                <a:solidFill>
                  <a:srgbClr val="087F75"/>
                </a:solidFill>
                <a:latin typeface="Arial"/>
                <a:ea typeface="Arial"/>
                <a:cs typeface="Arial"/>
              </a:defRPr>
            </a:defPPr>
            <a:lvl1pPr>
              <a:defRPr sz="1350" b="1">
                <a:solidFill>
                  <a:srgbClr val="087F75"/>
                </a:solidFill>
                <a:latin typeface="Arial"/>
                <a:ea typeface="Arial"/>
                <a:cs typeface="Arial"/>
              </a:defRPr>
            </a:lvl1pPr>
            <a:lvl2pPr>
              <a:defRPr sz="1350" b="1">
                <a:solidFill>
                  <a:srgbClr val="087F75"/>
                </a:solidFill>
                <a:latin typeface="Arial"/>
                <a:ea typeface="Arial"/>
                <a:cs typeface="Arial"/>
              </a:defRPr>
            </a:lvl2pPr>
            <a:lvl3pPr>
              <a:defRPr sz="1350" b="1">
                <a:solidFill>
                  <a:srgbClr val="087F75"/>
                </a:solidFill>
                <a:latin typeface="Arial"/>
                <a:ea typeface="Arial"/>
                <a:cs typeface="Arial"/>
              </a:defRPr>
            </a:lvl3pPr>
            <a:lvl4pPr>
              <a:defRPr sz="1350" b="1">
                <a:solidFill>
                  <a:srgbClr val="087F75"/>
                </a:solidFill>
                <a:latin typeface="Arial"/>
                <a:ea typeface="Arial"/>
                <a:cs typeface="Arial"/>
              </a:defRPr>
            </a:lvl4pPr>
            <a:lvl5pPr>
              <a:defRPr sz="1350" b="1">
                <a:solidFill>
                  <a:srgbClr val="087F75"/>
                </a:solidFill>
                <a:latin typeface="Arial"/>
                <a:ea typeface="Arial"/>
                <a:cs typeface="Arial"/>
              </a:defRPr>
            </a:lvl5pPr>
            <a:lvl6pPr>
              <a:defRPr sz="1350" b="1">
                <a:solidFill>
                  <a:srgbClr val="087F75"/>
                </a:solidFill>
                <a:latin typeface="Arial"/>
                <a:ea typeface="Arial"/>
                <a:cs typeface="Arial"/>
              </a:defRPr>
            </a:lvl6pPr>
            <a:lvl7pPr>
              <a:defRPr sz="1350" b="1">
                <a:solidFill>
                  <a:srgbClr val="087F75"/>
                </a:solidFill>
                <a:latin typeface="Arial"/>
                <a:ea typeface="Arial"/>
                <a:cs typeface="Arial"/>
              </a:defRPr>
            </a:lvl7pPr>
            <a:lvl8pPr>
              <a:defRPr sz="1350" b="1">
                <a:solidFill>
                  <a:srgbClr val="087F75"/>
                </a:solidFill>
                <a:latin typeface="Arial"/>
                <a:ea typeface="Arial"/>
                <a:cs typeface="Arial"/>
              </a:defRPr>
            </a:lvl8pPr>
            <a:lvl9pPr>
              <a:defRPr sz="1350" b="1">
                <a:solidFill>
                  <a:srgbClr val="087F75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350" b="1">
                <a:solidFill>
                  <a:srgbClr val="087F75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87F75"/>
                </a:solidFill>
                <a:latin typeface="Arial"/>
                <a:ea typeface="Arial"/>
                <a:cs typeface="Arial"/>
              </a:rPr>
              <a:t>COURS · SÉANCE 3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1EF3B8E-B25E-47A6-B799-712B11E9F8F7}"/>
              </a:ext>
            </a:extLst>
          </p:cNvPr>
          <p:cNvSpPr>
            <a:spLocks noGrp="1"/>
          </p:cNvSpPr>
          <p:nvPr/>
        </p:nvSpPr>
        <p:spPr>
          <a:xfrm>
            <a:off x="685800" y="866775"/>
            <a:ext cx="10858500" cy="9144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3075" b="1">
                <a:solidFill>
                  <a:srgbClr val="102C38"/>
                </a:solidFill>
                <a:latin typeface="Arial"/>
                <a:ea typeface="Arial"/>
                <a:cs typeface="Arial"/>
              </a:defRPr>
            </a:defPPr>
            <a:lvl1pPr>
              <a:defRPr sz="3075" b="1">
                <a:solidFill>
                  <a:srgbClr val="102C38"/>
                </a:solidFill>
                <a:latin typeface="Arial"/>
                <a:ea typeface="Arial"/>
                <a:cs typeface="Arial"/>
              </a:defRPr>
            </a:lvl1pPr>
            <a:lvl2pPr>
              <a:defRPr sz="3075" b="1">
                <a:solidFill>
                  <a:srgbClr val="102C38"/>
                </a:solidFill>
                <a:latin typeface="Arial"/>
                <a:ea typeface="Arial"/>
                <a:cs typeface="Arial"/>
              </a:defRPr>
            </a:lvl2pPr>
            <a:lvl3pPr>
              <a:defRPr sz="3075" b="1">
                <a:solidFill>
                  <a:srgbClr val="102C38"/>
                </a:solidFill>
                <a:latin typeface="Arial"/>
                <a:ea typeface="Arial"/>
                <a:cs typeface="Arial"/>
              </a:defRPr>
            </a:lvl3pPr>
            <a:lvl4pPr>
              <a:defRPr sz="3075" b="1">
                <a:solidFill>
                  <a:srgbClr val="102C38"/>
                </a:solidFill>
                <a:latin typeface="Arial"/>
                <a:ea typeface="Arial"/>
                <a:cs typeface="Arial"/>
              </a:defRPr>
            </a:lvl4pPr>
            <a:lvl5pPr>
              <a:defRPr sz="3075" b="1">
                <a:solidFill>
                  <a:srgbClr val="102C38"/>
                </a:solidFill>
                <a:latin typeface="Arial"/>
                <a:ea typeface="Arial"/>
                <a:cs typeface="Arial"/>
              </a:defRPr>
            </a:lvl5pPr>
            <a:lvl6pPr>
              <a:defRPr sz="3075" b="1">
                <a:solidFill>
                  <a:srgbClr val="102C38"/>
                </a:solidFill>
                <a:latin typeface="Arial"/>
                <a:ea typeface="Arial"/>
                <a:cs typeface="Arial"/>
              </a:defRPr>
            </a:lvl6pPr>
            <a:lvl7pPr>
              <a:defRPr sz="3075" b="1">
                <a:solidFill>
                  <a:srgbClr val="102C38"/>
                </a:solidFill>
                <a:latin typeface="Arial"/>
                <a:ea typeface="Arial"/>
                <a:cs typeface="Arial"/>
              </a:defRPr>
            </a:lvl7pPr>
            <a:lvl8pPr>
              <a:defRPr sz="3075" b="1">
                <a:solidFill>
                  <a:srgbClr val="102C38"/>
                </a:solidFill>
                <a:latin typeface="Arial"/>
                <a:ea typeface="Arial"/>
                <a:cs typeface="Arial"/>
              </a:defRPr>
            </a:lvl8pPr>
            <a:lvl9pPr>
              <a:defRPr sz="3075" b="1">
                <a:solidFill>
                  <a:srgbClr val="102C38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3075" b="1">
                <a:solidFill>
                  <a:srgbClr val="102C38"/>
                </a:solidFill>
                <a:latin typeface="Arial"/>
                <a:ea typeface="Arial"/>
                <a:cs typeface="Arial"/>
              </a:defRPr>
            </a:pPr>
            <a:r>
              <a:rPr sz="3075" b="1">
                <a:solidFill>
                  <a:srgbClr val="102C38"/>
                </a:solidFill>
                <a:latin typeface="Arial"/>
                <a:ea typeface="Arial"/>
                <a:cs typeface="Arial"/>
              </a:rPr>
              <a:t>Filtrer sans modifier les données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E4BF34E-FD85-42F6-A5EE-9BD69053D1E0}"/>
              </a:ext>
            </a:extLst>
          </p:cNvPr>
          <p:cNvSpPr>
            <a:spLocks noGrp="1"/>
          </p:cNvSpPr>
          <p:nvPr/>
        </p:nvSpPr>
        <p:spPr>
          <a:xfrm>
            <a:off x="723900" y="2000250"/>
            <a:ext cx="10763250" cy="9144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250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defPPr>
            <a:lvl1pPr>
              <a:defRPr sz="2250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lvl1pPr>
            <a:lvl2pPr>
              <a:defRPr sz="2250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lvl2pPr>
            <a:lvl3pPr>
              <a:defRPr sz="2250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lvl3pPr>
            <a:lvl4pPr>
              <a:defRPr sz="2250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lvl4pPr>
            <a:lvl5pPr>
              <a:defRPr sz="2250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lvl5pPr>
            <a:lvl6pPr>
              <a:defRPr sz="2250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lvl6pPr>
            <a:lvl7pPr>
              <a:defRPr sz="2250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lvl7pPr>
            <a:lvl8pPr>
              <a:defRPr sz="2250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lvl8pPr>
            <a:lvl9pPr>
              <a:defRPr sz="2250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2250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02C38"/>
                </a:solidFill>
                <a:latin typeface="Arial"/>
                <a:ea typeface="Arial"/>
                <a:cs typeface="Arial"/>
              </a:rPr>
              <a:t>filter crée un nouveau tableau contenant les éléments qui respectent une condition.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8053BA9-23C2-4257-A39E-9FB02E1559F0}"/>
              </a:ext>
            </a:extLst>
          </p:cNvPr>
          <p:cNvSpPr>
            <a:spLocks noGrp="1"/>
          </p:cNvSpPr>
          <p:nvPr/>
        </p:nvSpPr>
        <p:spPr>
          <a:xfrm>
            <a:off x="723900" y="2971800"/>
            <a:ext cx="10763250" cy="9144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250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defPPr>
            <a:lvl1pPr>
              <a:defRPr sz="2250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lvl1pPr>
            <a:lvl2pPr>
              <a:defRPr sz="2250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lvl2pPr>
            <a:lvl3pPr>
              <a:defRPr sz="2250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lvl3pPr>
            <a:lvl4pPr>
              <a:defRPr sz="2250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lvl4pPr>
            <a:lvl5pPr>
              <a:defRPr sz="2250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lvl5pPr>
            <a:lvl6pPr>
              <a:defRPr sz="2250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lvl6pPr>
            <a:lvl7pPr>
              <a:defRPr sz="2250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lvl7pPr>
            <a:lvl8pPr>
              <a:defRPr sz="2250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lvl8pPr>
            <a:lvl9pPr>
              <a:defRPr sz="2250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2250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02C38"/>
                </a:solidFill>
                <a:latin typeface="Arial"/>
                <a:ea typeface="Arial"/>
                <a:cs typeface="Arial"/>
              </a:rPr>
              <a:t>Un booléen dans l’état décide d’afficher tous les locaux ou seulement les disponibles.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9F8367A-F3F1-407E-93B9-593BA29D9508}"/>
              </a:ext>
            </a:extLst>
          </p:cNvPr>
          <p:cNvSpPr>
            <a:spLocks noGrp="1"/>
          </p:cNvSpPr>
          <p:nvPr/>
        </p:nvSpPr>
        <p:spPr>
          <a:xfrm>
            <a:off x="723900" y="3943350"/>
            <a:ext cx="10763250" cy="9144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250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defPPr>
            <a:lvl1pPr>
              <a:defRPr sz="2250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lvl1pPr>
            <a:lvl2pPr>
              <a:defRPr sz="2250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lvl2pPr>
            <a:lvl3pPr>
              <a:defRPr sz="2250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lvl3pPr>
            <a:lvl4pPr>
              <a:defRPr sz="2250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lvl4pPr>
            <a:lvl5pPr>
              <a:defRPr sz="2250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lvl5pPr>
            <a:lvl6pPr>
              <a:defRPr sz="2250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lvl6pPr>
            <a:lvl7pPr>
              <a:defRPr sz="2250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lvl7pPr>
            <a:lvl8pPr>
              <a:defRPr sz="2250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lvl8pPr>
            <a:lvl9pPr>
              <a:defRPr sz="2250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2250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02C38"/>
                </a:solidFill>
                <a:latin typeface="Arial"/>
                <a:ea typeface="Arial"/>
                <a:cs typeface="Arial"/>
              </a:rPr>
              <a:t>La liste visible se calcule à chaque rendu : aucun deuxième état ni effet n’est nécessaire.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C66E6EC-6C3E-4C9A-BE63-782C4E944DF5}"/>
              </a:ext>
            </a:extLst>
          </p:cNvPr>
          <p:cNvSpPr>
            <a:spLocks noGrp="1"/>
          </p:cNvSpPr>
          <p:nvPr/>
        </p:nvSpPr>
        <p:spPr>
          <a:xfrm>
            <a:off x="11334750" y="6457950"/>
            <a:ext cx="523875" cy="2190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200" b="0">
                <a:solidFill>
                  <a:srgbClr val="4E6670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4E6670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4E6670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4E6670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4E6670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4E6670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4E6670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4E6670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4E6670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4E6670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200" b="0">
                <a:solidFill>
                  <a:srgbClr val="4E667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4E6670"/>
                </a:solidFill>
                <a:latin typeface="Arial"/>
                <a:ea typeface="Arial"/>
                <a:cs typeface="Arial"/>
              </a:rPr>
              <a:t>14</a:t>
            </a:r>
          </a:p>
        </p:txBody>
      </p:sp>
    </p:spTree>
    <p:extLst>
      <p:ext uri="{BB962C8B-B14F-4D97-AF65-F5344CB8AC3E}">
        <p14:creationId xmlns:p14="http://schemas.microsoft.com/office/powerpoint/2010/main" val="25902295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6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67617318-951F-4839-842F-EB121086EB68}"/>
              </a:ext>
            </a:extLst>
          </p:cNvPr>
          <p:cNvSpPr>
            <a:spLocks noGrp="1"/>
          </p:cNvSpPr>
          <p:nvPr/>
        </p:nvSpPr>
        <p:spPr>
          <a:xfrm>
            <a:off x="685800" y="352425"/>
            <a:ext cx="10763250" cy="2952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350" b="1">
                <a:solidFill>
                  <a:srgbClr val="087F75"/>
                </a:solidFill>
                <a:latin typeface="Arial"/>
                <a:ea typeface="Arial"/>
                <a:cs typeface="Arial"/>
              </a:defRPr>
            </a:defPPr>
            <a:lvl1pPr>
              <a:defRPr sz="1350" b="1">
                <a:solidFill>
                  <a:srgbClr val="087F75"/>
                </a:solidFill>
                <a:latin typeface="Arial"/>
                <a:ea typeface="Arial"/>
                <a:cs typeface="Arial"/>
              </a:defRPr>
            </a:lvl1pPr>
            <a:lvl2pPr>
              <a:defRPr sz="1350" b="1">
                <a:solidFill>
                  <a:srgbClr val="087F75"/>
                </a:solidFill>
                <a:latin typeface="Arial"/>
                <a:ea typeface="Arial"/>
                <a:cs typeface="Arial"/>
              </a:defRPr>
            </a:lvl2pPr>
            <a:lvl3pPr>
              <a:defRPr sz="1350" b="1">
                <a:solidFill>
                  <a:srgbClr val="087F75"/>
                </a:solidFill>
                <a:latin typeface="Arial"/>
                <a:ea typeface="Arial"/>
                <a:cs typeface="Arial"/>
              </a:defRPr>
            </a:lvl3pPr>
            <a:lvl4pPr>
              <a:defRPr sz="1350" b="1">
                <a:solidFill>
                  <a:srgbClr val="087F75"/>
                </a:solidFill>
                <a:latin typeface="Arial"/>
                <a:ea typeface="Arial"/>
                <a:cs typeface="Arial"/>
              </a:defRPr>
            </a:lvl4pPr>
            <a:lvl5pPr>
              <a:defRPr sz="1350" b="1">
                <a:solidFill>
                  <a:srgbClr val="087F75"/>
                </a:solidFill>
                <a:latin typeface="Arial"/>
                <a:ea typeface="Arial"/>
                <a:cs typeface="Arial"/>
              </a:defRPr>
            </a:lvl5pPr>
            <a:lvl6pPr>
              <a:defRPr sz="1350" b="1">
                <a:solidFill>
                  <a:srgbClr val="087F75"/>
                </a:solidFill>
                <a:latin typeface="Arial"/>
                <a:ea typeface="Arial"/>
                <a:cs typeface="Arial"/>
              </a:defRPr>
            </a:lvl6pPr>
            <a:lvl7pPr>
              <a:defRPr sz="1350" b="1">
                <a:solidFill>
                  <a:srgbClr val="087F75"/>
                </a:solidFill>
                <a:latin typeface="Arial"/>
                <a:ea typeface="Arial"/>
                <a:cs typeface="Arial"/>
              </a:defRPr>
            </a:lvl7pPr>
            <a:lvl8pPr>
              <a:defRPr sz="1350" b="1">
                <a:solidFill>
                  <a:srgbClr val="087F75"/>
                </a:solidFill>
                <a:latin typeface="Arial"/>
                <a:ea typeface="Arial"/>
                <a:cs typeface="Arial"/>
              </a:defRPr>
            </a:lvl8pPr>
            <a:lvl9pPr>
              <a:defRPr sz="1350" b="1">
                <a:solidFill>
                  <a:srgbClr val="087F75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350" b="1">
                <a:solidFill>
                  <a:srgbClr val="087F75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87F75"/>
                </a:solidFill>
                <a:latin typeface="Arial"/>
                <a:ea typeface="Arial"/>
                <a:cs typeface="Arial"/>
              </a:rPr>
              <a:t>COURS · SÉANCE 3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A1218A1-0049-4A0D-98ED-FB202EFA00CD}"/>
              </a:ext>
            </a:extLst>
          </p:cNvPr>
          <p:cNvSpPr>
            <a:spLocks noGrp="1"/>
          </p:cNvSpPr>
          <p:nvPr/>
        </p:nvSpPr>
        <p:spPr>
          <a:xfrm>
            <a:off x="685800" y="866775"/>
            <a:ext cx="10858500" cy="9144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3075" b="1">
                <a:solidFill>
                  <a:srgbClr val="102C38"/>
                </a:solidFill>
                <a:latin typeface="Arial"/>
                <a:ea typeface="Arial"/>
                <a:cs typeface="Arial"/>
              </a:defRPr>
            </a:defPPr>
            <a:lvl1pPr>
              <a:defRPr sz="3075" b="1">
                <a:solidFill>
                  <a:srgbClr val="102C38"/>
                </a:solidFill>
                <a:latin typeface="Arial"/>
                <a:ea typeface="Arial"/>
                <a:cs typeface="Arial"/>
              </a:defRPr>
            </a:lvl1pPr>
            <a:lvl2pPr>
              <a:defRPr sz="3075" b="1">
                <a:solidFill>
                  <a:srgbClr val="102C38"/>
                </a:solidFill>
                <a:latin typeface="Arial"/>
                <a:ea typeface="Arial"/>
                <a:cs typeface="Arial"/>
              </a:defRPr>
            </a:lvl2pPr>
            <a:lvl3pPr>
              <a:defRPr sz="3075" b="1">
                <a:solidFill>
                  <a:srgbClr val="102C38"/>
                </a:solidFill>
                <a:latin typeface="Arial"/>
                <a:ea typeface="Arial"/>
                <a:cs typeface="Arial"/>
              </a:defRPr>
            </a:lvl3pPr>
            <a:lvl4pPr>
              <a:defRPr sz="3075" b="1">
                <a:solidFill>
                  <a:srgbClr val="102C38"/>
                </a:solidFill>
                <a:latin typeface="Arial"/>
                <a:ea typeface="Arial"/>
                <a:cs typeface="Arial"/>
              </a:defRPr>
            </a:lvl4pPr>
            <a:lvl5pPr>
              <a:defRPr sz="3075" b="1">
                <a:solidFill>
                  <a:srgbClr val="102C38"/>
                </a:solidFill>
                <a:latin typeface="Arial"/>
                <a:ea typeface="Arial"/>
                <a:cs typeface="Arial"/>
              </a:defRPr>
            </a:lvl5pPr>
            <a:lvl6pPr>
              <a:defRPr sz="3075" b="1">
                <a:solidFill>
                  <a:srgbClr val="102C38"/>
                </a:solidFill>
                <a:latin typeface="Arial"/>
                <a:ea typeface="Arial"/>
                <a:cs typeface="Arial"/>
              </a:defRPr>
            </a:lvl6pPr>
            <a:lvl7pPr>
              <a:defRPr sz="3075" b="1">
                <a:solidFill>
                  <a:srgbClr val="102C38"/>
                </a:solidFill>
                <a:latin typeface="Arial"/>
                <a:ea typeface="Arial"/>
                <a:cs typeface="Arial"/>
              </a:defRPr>
            </a:lvl7pPr>
            <a:lvl8pPr>
              <a:defRPr sz="3075" b="1">
                <a:solidFill>
                  <a:srgbClr val="102C38"/>
                </a:solidFill>
                <a:latin typeface="Arial"/>
                <a:ea typeface="Arial"/>
                <a:cs typeface="Arial"/>
              </a:defRPr>
            </a:lvl8pPr>
            <a:lvl9pPr>
              <a:defRPr sz="3075" b="1">
                <a:solidFill>
                  <a:srgbClr val="102C38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3075" b="1">
                <a:solidFill>
                  <a:srgbClr val="102C38"/>
                </a:solidFill>
                <a:latin typeface="Arial"/>
                <a:ea typeface="Arial"/>
                <a:cs typeface="Arial"/>
              </a:defRPr>
            </a:pPr>
            <a:r>
              <a:rPr sz="3075" b="1">
                <a:solidFill>
                  <a:srgbClr val="102C38"/>
                </a:solidFill>
                <a:latin typeface="Arial"/>
                <a:ea typeface="Arial"/>
                <a:cs typeface="Arial"/>
              </a:rPr>
              <a:t>Filtrer sans modifier les données : exemple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406F876-7140-47D5-A4FD-7954753FF038}"/>
              </a:ext>
            </a:extLst>
          </p:cNvPr>
          <p:cNvSpPr>
            <a:spLocks noGrp="1"/>
          </p:cNvSpPr>
          <p:nvPr/>
        </p:nvSpPr>
        <p:spPr>
          <a:xfrm>
            <a:off x="723900" y="1943100"/>
            <a:ext cx="10668000" cy="18478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>
              <a:defRPr sz="1950" b="0">
                <a:solidFill>
                  <a:srgbClr val="087F75"/>
                </a:solidFill>
                <a:latin typeface="Consolas"/>
                <a:ea typeface="Consolas"/>
                <a:cs typeface="Consolas"/>
              </a:defRPr>
            </a:defPPr>
            <a:lvl1pPr>
              <a:defRPr sz="1950" b="0">
                <a:solidFill>
                  <a:srgbClr val="087F75"/>
                </a:solidFill>
                <a:latin typeface="Consolas"/>
                <a:ea typeface="Consolas"/>
                <a:cs typeface="Consolas"/>
              </a:defRPr>
            </a:lvl1pPr>
            <a:lvl2pPr>
              <a:defRPr sz="1950" b="0">
                <a:solidFill>
                  <a:srgbClr val="087F75"/>
                </a:solidFill>
                <a:latin typeface="Consolas"/>
                <a:ea typeface="Consolas"/>
                <a:cs typeface="Consolas"/>
              </a:defRPr>
            </a:lvl2pPr>
            <a:lvl3pPr>
              <a:defRPr sz="1950" b="0">
                <a:solidFill>
                  <a:srgbClr val="087F75"/>
                </a:solidFill>
                <a:latin typeface="Consolas"/>
                <a:ea typeface="Consolas"/>
                <a:cs typeface="Consolas"/>
              </a:defRPr>
            </a:lvl3pPr>
            <a:lvl4pPr>
              <a:defRPr sz="1950" b="0">
                <a:solidFill>
                  <a:srgbClr val="087F75"/>
                </a:solidFill>
                <a:latin typeface="Consolas"/>
                <a:ea typeface="Consolas"/>
                <a:cs typeface="Consolas"/>
              </a:defRPr>
            </a:lvl4pPr>
            <a:lvl5pPr>
              <a:defRPr sz="1950" b="0">
                <a:solidFill>
                  <a:srgbClr val="087F75"/>
                </a:solidFill>
                <a:latin typeface="Consolas"/>
                <a:ea typeface="Consolas"/>
                <a:cs typeface="Consolas"/>
              </a:defRPr>
            </a:lvl5pPr>
            <a:lvl6pPr>
              <a:defRPr sz="1950" b="0">
                <a:solidFill>
                  <a:srgbClr val="087F75"/>
                </a:solidFill>
                <a:latin typeface="Consolas"/>
                <a:ea typeface="Consolas"/>
                <a:cs typeface="Consolas"/>
              </a:defRPr>
            </a:lvl6pPr>
            <a:lvl7pPr>
              <a:defRPr sz="1950" b="0">
                <a:solidFill>
                  <a:srgbClr val="087F75"/>
                </a:solidFill>
                <a:latin typeface="Consolas"/>
                <a:ea typeface="Consolas"/>
                <a:cs typeface="Consolas"/>
              </a:defRPr>
            </a:lvl7pPr>
            <a:lvl8pPr>
              <a:defRPr sz="1950" b="0">
                <a:solidFill>
                  <a:srgbClr val="087F75"/>
                </a:solidFill>
                <a:latin typeface="Consolas"/>
                <a:ea typeface="Consolas"/>
                <a:cs typeface="Consolas"/>
              </a:defRPr>
            </a:lvl8pPr>
            <a:lvl9pPr>
              <a:defRPr sz="1950" b="0">
                <a:solidFill>
                  <a:srgbClr val="087F75"/>
                </a:solidFill>
                <a:latin typeface="Consolas"/>
                <a:ea typeface="Consolas"/>
                <a:cs typeface="Consolas"/>
              </a:defRPr>
            </a:lvl9pPr>
          </a:lstStyle>
          <a:p>
            <a:pPr>
              <a:defRPr sz="1950" b="0">
                <a:solidFill>
                  <a:srgbClr val="087F75"/>
                </a:solidFill>
                <a:latin typeface="Consolas"/>
                <a:ea typeface="Consolas"/>
                <a:cs typeface="Consolas"/>
              </a:defRPr>
            </a:pPr>
            <a:r>
              <a:rPr sz="1950" b="0">
                <a:solidFill>
                  <a:srgbClr val="087F75"/>
                </a:solidFill>
                <a:latin typeface="Consolas"/>
                <a:ea typeface="Consolas"/>
                <a:cs typeface="Consolas"/>
              </a:rPr>
              <a:t>const [libres, setLibres] = useState(false);</a:t>
            </a:r>
          </a:p>
          <a:p>
            <a:pPr>
              <a:defRPr sz="1950" b="0">
                <a:solidFill>
                  <a:srgbClr val="087F75"/>
                </a:solidFill>
                <a:latin typeface="Consolas"/>
                <a:ea typeface="Consolas"/>
                <a:cs typeface="Consolas"/>
              </a:defRPr>
            </a:pPr>
            <a:r>
              <a:rPr sz="1950" b="0">
                <a:solidFill>
                  <a:srgbClr val="087F75"/>
                </a:solidFill>
                <a:latin typeface="Consolas"/>
                <a:ea typeface="Consolas"/>
                <a:cs typeface="Consolas"/>
              </a:rPr>
              <a:t>const visibles = libres</a:t>
            </a:r>
          </a:p>
          <a:p>
            <a:pPr>
              <a:defRPr sz="1950" b="0">
                <a:solidFill>
                  <a:srgbClr val="087F75"/>
                </a:solidFill>
                <a:latin typeface="Consolas"/>
                <a:ea typeface="Consolas"/>
                <a:cs typeface="Consolas"/>
              </a:defRPr>
            </a:pPr>
            <a:r>
              <a:rPr sz="1950" b="0">
                <a:solidFill>
                  <a:srgbClr val="087F75"/>
                </a:solidFill>
                <a:latin typeface="Consolas"/>
                <a:ea typeface="Consolas"/>
                <a:cs typeface="Consolas"/>
              </a:rPr>
              <a:t>  ? locaux.filter(local =&gt; local.disponible)</a:t>
            </a:r>
          </a:p>
          <a:p>
            <a:pPr>
              <a:defRPr sz="1950" b="0">
                <a:solidFill>
                  <a:srgbClr val="087F75"/>
                </a:solidFill>
                <a:latin typeface="Consolas"/>
                <a:ea typeface="Consolas"/>
                <a:cs typeface="Consolas"/>
              </a:defRPr>
            </a:pPr>
            <a:r>
              <a:rPr sz="1950" b="0">
                <a:solidFill>
                  <a:srgbClr val="087F75"/>
                </a:solidFill>
                <a:latin typeface="Consolas"/>
                <a:ea typeface="Consolas"/>
                <a:cs typeface="Consolas"/>
              </a:rPr>
              <a:t>  : locaux;</a:t>
            </a:r>
          </a:p>
          <a:p>
            <a:pPr>
              <a:defRPr sz="1950" b="0">
                <a:solidFill>
                  <a:srgbClr val="087F75"/>
                </a:solidFill>
                <a:latin typeface="Consolas"/>
                <a:ea typeface="Consolas"/>
                <a:cs typeface="Consolas"/>
              </a:defRPr>
            </a:pPr>
            <a:r>
              <a:rPr sz="1950" b="0">
                <a:solidFill>
                  <a:srgbClr val="087F75"/>
                </a:solidFill>
                <a:latin typeface="Consolas"/>
                <a:ea typeface="Consolas"/>
                <a:cs typeface="Consolas"/>
              </a:rPr>
              <a:t>// Dans le JSX</a:t>
            </a:r>
          </a:p>
          <a:p>
            <a:pPr>
              <a:defRPr sz="1950" b="0">
                <a:solidFill>
                  <a:srgbClr val="087F75"/>
                </a:solidFill>
                <a:latin typeface="Consolas"/>
                <a:ea typeface="Consolas"/>
                <a:cs typeface="Consolas"/>
              </a:defRPr>
            </a:pPr>
            <a:r>
              <a:rPr sz="1950" b="0">
                <a:solidFill>
                  <a:srgbClr val="087F75"/>
                </a:solidFill>
                <a:latin typeface="Consolas"/>
                <a:ea typeface="Consolas"/>
                <a:cs typeface="Consolas"/>
              </a:rPr>
              <a:t>&lt;button onClick={() =&gt; setLibres(v =&gt; !v)}&gt;Basculer&lt;/button&gt;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2B48445-2029-4177-AB2B-97F740CB0412}"/>
              </a:ext>
            </a:extLst>
          </p:cNvPr>
          <p:cNvSpPr>
            <a:spLocks noGrp="1"/>
          </p:cNvSpPr>
          <p:nvPr/>
        </p:nvSpPr>
        <p:spPr>
          <a:xfrm>
            <a:off x="723900" y="3914775"/>
            <a:ext cx="10572750" cy="5619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800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defPPr>
            <a:lvl1pPr>
              <a:defRPr sz="1800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lvl1pPr>
            <a:lvl2pPr>
              <a:defRPr sz="1800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lvl2pPr>
            <a:lvl3pPr>
              <a:defRPr sz="1800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lvl3pPr>
            <a:lvl4pPr>
              <a:defRPr sz="1800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lvl4pPr>
            <a:lvl5pPr>
              <a:defRPr sz="1800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lvl5pPr>
            <a:lvl6pPr>
              <a:defRPr sz="1800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lvl6pPr>
            <a:lvl7pPr>
              <a:defRPr sz="1800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lvl7pPr>
            <a:lvl8pPr>
              <a:defRPr sz="1800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lvl8pPr>
            <a:lvl9pPr>
              <a:defRPr sz="1800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800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02C38"/>
                </a:solidFill>
                <a:latin typeface="Arial"/>
                <a:ea typeface="Arial"/>
                <a:cs typeface="Arial"/>
              </a:rPr>
              <a:t>Avec les données de séance 2, le filtre laisse Atlas et Horizon. XYZ est indisponible.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0D8047B-D7EF-4ED9-B179-96906A1493C3}"/>
              </a:ext>
            </a:extLst>
          </p:cNvPr>
          <p:cNvSpPr>
            <a:spLocks noGrp="1"/>
          </p:cNvSpPr>
          <p:nvPr/>
        </p:nvSpPr>
        <p:spPr>
          <a:xfrm>
            <a:off x="11334750" y="6457950"/>
            <a:ext cx="523875" cy="2190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200" b="0">
                <a:solidFill>
                  <a:srgbClr val="4E6670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4E6670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4E6670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4E6670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4E6670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4E6670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4E6670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4E6670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4E6670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4E6670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200" b="0">
                <a:solidFill>
                  <a:srgbClr val="4E667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4E6670"/>
                </a:solidFill>
                <a:latin typeface="Arial"/>
                <a:ea typeface="Arial"/>
                <a:cs typeface="Arial"/>
              </a:rPr>
              <a:t>15</a:t>
            </a:r>
          </a:p>
        </p:txBody>
      </p:sp>
    </p:spTree>
    <p:extLst>
      <p:ext uri="{BB962C8B-B14F-4D97-AF65-F5344CB8AC3E}">
        <p14:creationId xmlns:p14="http://schemas.microsoft.com/office/powerpoint/2010/main" val="205272298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6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AB354B34-1276-4410-9A03-5609E7446F16}"/>
              </a:ext>
            </a:extLst>
          </p:cNvPr>
          <p:cNvSpPr>
            <a:spLocks noGrp="1"/>
          </p:cNvSpPr>
          <p:nvPr/>
        </p:nvSpPr>
        <p:spPr>
          <a:xfrm>
            <a:off x="685800" y="352425"/>
            <a:ext cx="10763250" cy="2952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350" b="1">
                <a:solidFill>
                  <a:srgbClr val="087F75"/>
                </a:solidFill>
                <a:latin typeface="Arial"/>
                <a:ea typeface="Arial"/>
                <a:cs typeface="Arial"/>
              </a:defRPr>
            </a:defPPr>
            <a:lvl1pPr>
              <a:defRPr sz="1350" b="1">
                <a:solidFill>
                  <a:srgbClr val="087F75"/>
                </a:solidFill>
                <a:latin typeface="Arial"/>
                <a:ea typeface="Arial"/>
                <a:cs typeface="Arial"/>
              </a:defRPr>
            </a:lvl1pPr>
            <a:lvl2pPr>
              <a:defRPr sz="1350" b="1">
                <a:solidFill>
                  <a:srgbClr val="087F75"/>
                </a:solidFill>
                <a:latin typeface="Arial"/>
                <a:ea typeface="Arial"/>
                <a:cs typeface="Arial"/>
              </a:defRPr>
            </a:lvl2pPr>
            <a:lvl3pPr>
              <a:defRPr sz="1350" b="1">
                <a:solidFill>
                  <a:srgbClr val="087F75"/>
                </a:solidFill>
                <a:latin typeface="Arial"/>
                <a:ea typeface="Arial"/>
                <a:cs typeface="Arial"/>
              </a:defRPr>
            </a:lvl3pPr>
            <a:lvl4pPr>
              <a:defRPr sz="1350" b="1">
                <a:solidFill>
                  <a:srgbClr val="087F75"/>
                </a:solidFill>
                <a:latin typeface="Arial"/>
                <a:ea typeface="Arial"/>
                <a:cs typeface="Arial"/>
              </a:defRPr>
            </a:lvl4pPr>
            <a:lvl5pPr>
              <a:defRPr sz="1350" b="1">
                <a:solidFill>
                  <a:srgbClr val="087F75"/>
                </a:solidFill>
                <a:latin typeface="Arial"/>
                <a:ea typeface="Arial"/>
                <a:cs typeface="Arial"/>
              </a:defRPr>
            </a:lvl5pPr>
            <a:lvl6pPr>
              <a:defRPr sz="1350" b="1">
                <a:solidFill>
                  <a:srgbClr val="087F75"/>
                </a:solidFill>
                <a:latin typeface="Arial"/>
                <a:ea typeface="Arial"/>
                <a:cs typeface="Arial"/>
              </a:defRPr>
            </a:lvl6pPr>
            <a:lvl7pPr>
              <a:defRPr sz="1350" b="1">
                <a:solidFill>
                  <a:srgbClr val="087F75"/>
                </a:solidFill>
                <a:latin typeface="Arial"/>
                <a:ea typeface="Arial"/>
                <a:cs typeface="Arial"/>
              </a:defRPr>
            </a:lvl7pPr>
            <a:lvl8pPr>
              <a:defRPr sz="1350" b="1">
                <a:solidFill>
                  <a:srgbClr val="087F75"/>
                </a:solidFill>
                <a:latin typeface="Arial"/>
                <a:ea typeface="Arial"/>
                <a:cs typeface="Arial"/>
              </a:defRPr>
            </a:lvl8pPr>
            <a:lvl9pPr>
              <a:defRPr sz="1350" b="1">
                <a:solidFill>
                  <a:srgbClr val="087F75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350" b="1">
                <a:solidFill>
                  <a:srgbClr val="087F75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87F75"/>
                </a:solidFill>
                <a:latin typeface="Arial"/>
                <a:ea typeface="Arial"/>
                <a:cs typeface="Arial"/>
              </a:rPr>
              <a:t>EXERCICE · 7 MIN · EN BINÔME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E905146-EBF8-4011-8328-E10F2D0207B4}"/>
              </a:ext>
            </a:extLst>
          </p:cNvPr>
          <p:cNvSpPr>
            <a:spLocks noGrp="1"/>
          </p:cNvSpPr>
          <p:nvPr/>
        </p:nvSpPr>
        <p:spPr>
          <a:xfrm>
            <a:off x="685800" y="866775"/>
            <a:ext cx="10858500" cy="9144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3075" b="1">
                <a:solidFill>
                  <a:srgbClr val="102C38"/>
                </a:solidFill>
                <a:latin typeface="Arial"/>
                <a:ea typeface="Arial"/>
                <a:cs typeface="Arial"/>
              </a:defRPr>
            </a:defPPr>
            <a:lvl1pPr>
              <a:defRPr sz="3075" b="1">
                <a:solidFill>
                  <a:srgbClr val="102C38"/>
                </a:solidFill>
                <a:latin typeface="Arial"/>
                <a:ea typeface="Arial"/>
                <a:cs typeface="Arial"/>
              </a:defRPr>
            </a:lvl1pPr>
            <a:lvl2pPr>
              <a:defRPr sz="3075" b="1">
                <a:solidFill>
                  <a:srgbClr val="102C38"/>
                </a:solidFill>
                <a:latin typeface="Arial"/>
                <a:ea typeface="Arial"/>
                <a:cs typeface="Arial"/>
              </a:defRPr>
            </a:lvl2pPr>
            <a:lvl3pPr>
              <a:defRPr sz="3075" b="1">
                <a:solidFill>
                  <a:srgbClr val="102C38"/>
                </a:solidFill>
                <a:latin typeface="Arial"/>
                <a:ea typeface="Arial"/>
                <a:cs typeface="Arial"/>
              </a:defRPr>
            </a:lvl3pPr>
            <a:lvl4pPr>
              <a:defRPr sz="3075" b="1">
                <a:solidFill>
                  <a:srgbClr val="102C38"/>
                </a:solidFill>
                <a:latin typeface="Arial"/>
                <a:ea typeface="Arial"/>
                <a:cs typeface="Arial"/>
              </a:defRPr>
            </a:lvl4pPr>
            <a:lvl5pPr>
              <a:defRPr sz="3075" b="1">
                <a:solidFill>
                  <a:srgbClr val="102C38"/>
                </a:solidFill>
                <a:latin typeface="Arial"/>
                <a:ea typeface="Arial"/>
                <a:cs typeface="Arial"/>
              </a:defRPr>
            </a:lvl5pPr>
            <a:lvl6pPr>
              <a:defRPr sz="3075" b="1">
                <a:solidFill>
                  <a:srgbClr val="102C38"/>
                </a:solidFill>
                <a:latin typeface="Arial"/>
                <a:ea typeface="Arial"/>
                <a:cs typeface="Arial"/>
              </a:defRPr>
            </a:lvl6pPr>
            <a:lvl7pPr>
              <a:defRPr sz="3075" b="1">
                <a:solidFill>
                  <a:srgbClr val="102C38"/>
                </a:solidFill>
                <a:latin typeface="Arial"/>
                <a:ea typeface="Arial"/>
                <a:cs typeface="Arial"/>
              </a:defRPr>
            </a:lvl7pPr>
            <a:lvl8pPr>
              <a:defRPr sz="3075" b="1">
                <a:solidFill>
                  <a:srgbClr val="102C38"/>
                </a:solidFill>
                <a:latin typeface="Arial"/>
                <a:ea typeface="Arial"/>
                <a:cs typeface="Arial"/>
              </a:defRPr>
            </a:lvl8pPr>
            <a:lvl9pPr>
              <a:defRPr sz="3075" b="1">
                <a:solidFill>
                  <a:srgbClr val="102C38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3075" b="1">
                <a:solidFill>
                  <a:srgbClr val="102C38"/>
                </a:solidFill>
                <a:latin typeface="Arial"/>
                <a:ea typeface="Arial"/>
                <a:cs typeface="Arial"/>
              </a:defRPr>
            </a:pPr>
            <a:r>
              <a:rPr sz="3075" b="1">
                <a:solidFill>
                  <a:srgbClr val="102C38"/>
                </a:solidFill>
                <a:latin typeface="Arial"/>
                <a:ea typeface="Arial"/>
                <a:cs typeface="Arial"/>
              </a:rPr>
              <a:t>À vous : Filtrer sans modifier les données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60CF856-9851-4416-895D-7401D13DC79C}"/>
              </a:ext>
            </a:extLst>
          </p:cNvPr>
          <p:cNvSpPr>
            <a:spLocks noGrp="1"/>
          </p:cNvSpPr>
          <p:nvPr/>
        </p:nvSpPr>
        <p:spPr>
          <a:xfrm>
            <a:off x="723900" y="2000250"/>
            <a:ext cx="10763250" cy="9144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250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defPPr>
            <a:lvl1pPr>
              <a:defRPr sz="2250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lvl1pPr>
            <a:lvl2pPr>
              <a:defRPr sz="2250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lvl2pPr>
            <a:lvl3pPr>
              <a:defRPr sz="2250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lvl3pPr>
            <a:lvl4pPr>
              <a:defRPr sz="2250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lvl4pPr>
            <a:lvl5pPr>
              <a:defRPr sz="2250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lvl5pPr>
            <a:lvl6pPr>
              <a:defRPr sz="2250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lvl6pPr>
            <a:lvl7pPr>
              <a:defRPr sz="2250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lvl7pPr>
            <a:lvl8pPr>
              <a:defRPr sz="2250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lvl8pPr>
            <a:lvl9pPr>
              <a:defRPr sz="2250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2250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02C38"/>
                </a:solidFill>
                <a:latin typeface="Arial"/>
                <a:ea typeface="Arial"/>
                <a:cs typeface="Arial"/>
              </a:rPr>
              <a:t>Ajouter le filtre dans App et afficher visibles avec map.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DEB5565-340B-4A1C-9FE6-328A92D9FF5A}"/>
              </a:ext>
            </a:extLst>
          </p:cNvPr>
          <p:cNvSpPr>
            <a:spLocks noGrp="1"/>
          </p:cNvSpPr>
          <p:nvPr/>
        </p:nvSpPr>
        <p:spPr>
          <a:xfrm>
            <a:off x="723900" y="2971800"/>
            <a:ext cx="10763250" cy="9144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250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defPPr>
            <a:lvl1pPr>
              <a:defRPr sz="2250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lvl1pPr>
            <a:lvl2pPr>
              <a:defRPr sz="2250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lvl2pPr>
            <a:lvl3pPr>
              <a:defRPr sz="2250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lvl3pPr>
            <a:lvl4pPr>
              <a:defRPr sz="2250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lvl4pPr>
            <a:lvl5pPr>
              <a:defRPr sz="2250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lvl5pPr>
            <a:lvl6pPr>
              <a:defRPr sz="2250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lvl6pPr>
            <a:lvl7pPr>
              <a:defRPr sz="2250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lvl7pPr>
            <a:lvl8pPr>
              <a:defRPr sz="2250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lvl8pPr>
            <a:lvl9pPr>
              <a:defRPr sz="2250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2250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02C38"/>
                </a:solidFill>
                <a:latin typeface="Arial"/>
                <a:ea typeface="Arial"/>
                <a:cs typeface="Arial"/>
              </a:rPr>
              <a:t>Afficher le nombre de résultats.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BEA1FCA-3F31-49AF-A9A9-1FCEA2FAECDB}"/>
              </a:ext>
            </a:extLst>
          </p:cNvPr>
          <p:cNvSpPr>
            <a:spLocks noGrp="1"/>
          </p:cNvSpPr>
          <p:nvPr/>
        </p:nvSpPr>
        <p:spPr>
          <a:xfrm>
            <a:off x="723900" y="3943350"/>
            <a:ext cx="10763250" cy="9144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250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defPPr>
            <a:lvl1pPr>
              <a:defRPr sz="2250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lvl1pPr>
            <a:lvl2pPr>
              <a:defRPr sz="2250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lvl2pPr>
            <a:lvl3pPr>
              <a:defRPr sz="2250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lvl3pPr>
            <a:lvl4pPr>
              <a:defRPr sz="2250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lvl4pPr>
            <a:lvl5pPr>
              <a:defRPr sz="2250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lvl5pPr>
            <a:lvl6pPr>
              <a:defRPr sz="2250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lvl6pPr>
            <a:lvl7pPr>
              <a:defRPr sz="2250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lvl7pPr>
            <a:lvl8pPr>
              <a:defRPr sz="2250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lvl8pPr>
            <a:lvl9pPr>
              <a:defRPr sz="2250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2250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02C38"/>
                </a:solidFill>
                <a:latin typeface="Arial"/>
                <a:ea typeface="Arial"/>
                <a:cs typeface="Arial"/>
              </a:rPr>
              <a:t>Changer le libellé du bouton entre « Tous » et « Disponibles ».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906C271-2ADB-4056-8C34-69DE19A14A89}"/>
              </a:ext>
            </a:extLst>
          </p:cNvPr>
          <p:cNvSpPr>
            <a:spLocks noGrp="1"/>
          </p:cNvSpPr>
          <p:nvPr/>
        </p:nvSpPr>
        <p:spPr>
          <a:xfrm>
            <a:off x="11334750" y="6457950"/>
            <a:ext cx="523875" cy="2190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200" b="0">
                <a:solidFill>
                  <a:srgbClr val="4E6670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4E6670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4E6670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4E6670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4E6670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4E6670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4E6670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4E6670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4E6670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4E6670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200" b="0">
                <a:solidFill>
                  <a:srgbClr val="4E667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4E6670"/>
                </a:solidFill>
                <a:latin typeface="Arial"/>
                <a:ea typeface="Arial"/>
                <a:cs typeface="Arial"/>
              </a:rPr>
              <a:t>16</a:t>
            </a:r>
          </a:p>
        </p:txBody>
      </p:sp>
    </p:spTree>
    <p:extLst>
      <p:ext uri="{BB962C8B-B14F-4D97-AF65-F5344CB8AC3E}">
        <p14:creationId xmlns:p14="http://schemas.microsoft.com/office/powerpoint/2010/main" val="79849515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6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DFCA7D1D-DBEB-466A-A1D9-B766D171E027}"/>
              </a:ext>
            </a:extLst>
          </p:cNvPr>
          <p:cNvSpPr>
            <a:spLocks noGrp="1"/>
          </p:cNvSpPr>
          <p:nvPr/>
        </p:nvSpPr>
        <p:spPr>
          <a:xfrm>
            <a:off x="685800" y="352425"/>
            <a:ext cx="10763250" cy="2952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350" b="1">
                <a:solidFill>
                  <a:srgbClr val="087F75"/>
                </a:solidFill>
                <a:latin typeface="Arial"/>
                <a:ea typeface="Arial"/>
                <a:cs typeface="Arial"/>
              </a:defRPr>
            </a:defPPr>
            <a:lvl1pPr>
              <a:defRPr sz="1350" b="1">
                <a:solidFill>
                  <a:srgbClr val="087F75"/>
                </a:solidFill>
                <a:latin typeface="Arial"/>
                <a:ea typeface="Arial"/>
                <a:cs typeface="Arial"/>
              </a:defRPr>
            </a:lvl1pPr>
            <a:lvl2pPr>
              <a:defRPr sz="1350" b="1">
                <a:solidFill>
                  <a:srgbClr val="087F75"/>
                </a:solidFill>
                <a:latin typeface="Arial"/>
                <a:ea typeface="Arial"/>
                <a:cs typeface="Arial"/>
              </a:defRPr>
            </a:lvl2pPr>
            <a:lvl3pPr>
              <a:defRPr sz="1350" b="1">
                <a:solidFill>
                  <a:srgbClr val="087F75"/>
                </a:solidFill>
                <a:latin typeface="Arial"/>
                <a:ea typeface="Arial"/>
                <a:cs typeface="Arial"/>
              </a:defRPr>
            </a:lvl3pPr>
            <a:lvl4pPr>
              <a:defRPr sz="1350" b="1">
                <a:solidFill>
                  <a:srgbClr val="087F75"/>
                </a:solidFill>
                <a:latin typeface="Arial"/>
                <a:ea typeface="Arial"/>
                <a:cs typeface="Arial"/>
              </a:defRPr>
            </a:lvl4pPr>
            <a:lvl5pPr>
              <a:defRPr sz="1350" b="1">
                <a:solidFill>
                  <a:srgbClr val="087F75"/>
                </a:solidFill>
                <a:latin typeface="Arial"/>
                <a:ea typeface="Arial"/>
                <a:cs typeface="Arial"/>
              </a:defRPr>
            </a:lvl5pPr>
            <a:lvl6pPr>
              <a:defRPr sz="1350" b="1">
                <a:solidFill>
                  <a:srgbClr val="087F75"/>
                </a:solidFill>
                <a:latin typeface="Arial"/>
                <a:ea typeface="Arial"/>
                <a:cs typeface="Arial"/>
              </a:defRPr>
            </a:lvl6pPr>
            <a:lvl7pPr>
              <a:defRPr sz="1350" b="1">
                <a:solidFill>
                  <a:srgbClr val="087F75"/>
                </a:solidFill>
                <a:latin typeface="Arial"/>
                <a:ea typeface="Arial"/>
                <a:cs typeface="Arial"/>
              </a:defRPr>
            </a:lvl7pPr>
            <a:lvl8pPr>
              <a:defRPr sz="1350" b="1">
                <a:solidFill>
                  <a:srgbClr val="087F75"/>
                </a:solidFill>
                <a:latin typeface="Arial"/>
                <a:ea typeface="Arial"/>
                <a:cs typeface="Arial"/>
              </a:defRPr>
            </a:lvl8pPr>
            <a:lvl9pPr>
              <a:defRPr sz="1350" b="1">
                <a:solidFill>
                  <a:srgbClr val="087F75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350" b="1">
                <a:solidFill>
                  <a:srgbClr val="087F75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87F75"/>
                </a:solidFill>
                <a:latin typeface="Arial"/>
                <a:ea typeface="Arial"/>
                <a:cs typeface="Arial"/>
              </a:rPr>
              <a:t>CORRIGÉ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CA28D3A-F064-45FD-9183-D61B598CD8FD}"/>
              </a:ext>
            </a:extLst>
          </p:cNvPr>
          <p:cNvSpPr>
            <a:spLocks noGrp="1"/>
          </p:cNvSpPr>
          <p:nvPr/>
        </p:nvSpPr>
        <p:spPr>
          <a:xfrm>
            <a:off x="685800" y="866775"/>
            <a:ext cx="10858500" cy="9144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3075" b="1">
                <a:solidFill>
                  <a:srgbClr val="102C38"/>
                </a:solidFill>
                <a:latin typeface="Arial"/>
                <a:ea typeface="Arial"/>
                <a:cs typeface="Arial"/>
              </a:defRPr>
            </a:defPPr>
            <a:lvl1pPr>
              <a:defRPr sz="3075" b="1">
                <a:solidFill>
                  <a:srgbClr val="102C38"/>
                </a:solidFill>
                <a:latin typeface="Arial"/>
                <a:ea typeface="Arial"/>
                <a:cs typeface="Arial"/>
              </a:defRPr>
            </a:lvl1pPr>
            <a:lvl2pPr>
              <a:defRPr sz="3075" b="1">
                <a:solidFill>
                  <a:srgbClr val="102C38"/>
                </a:solidFill>
                <a:latin typeface="Arial"/>
                <a:ea typeface="Arial"/>
                <a:cs typeface="Arial"/>
              </a:defRPr>
            </a:lvl2pPr>
            <a:lvl3pPr>
              <a:defRPr sz="3075" b="1">
                <a:solidFill>
                  <a:srgbClr val="102C38"/>
                </a:solidFill>
                <a:latin typeface="Arial"/>
                <a:ea typeface="Arial"/>
                <a:cs typeface="Arial"/>
              </a:defRPr>
            </a:lvl3pPr>
            <a:lvl4pPr>
              <a:defRPr sz="3075" b="1">
                <a:solidFill>
                  <a:srgbClr val="102C38"/>
                </a:solidFill>
                <a:latin typeface="Arial"/>
                <a:ea typeface="Arial"/>
                <a:cs typeface="Arial"/>
              </a:defRPr>
            </a:lvl4pPr>
            <a:lvl5pPr>
              <a:defRPr sz="3075" b="1">
                <a:solidFill>
                  <a:srgbClr val="102C38"/>
                </a:solidFill>
                <a:latin typeface="Arial"/>
                <a:ea typeface="Arial"/>
                <a:cs typeface="Arial"/>
              </a:defRPr>
            </a:lvl5pPr>
            <a:lvl6pPr>
              <a:defRPr sz="3075" b="1">
                <a:solidFill>
                  <a:srgbClr val="102C38"/>
                </a:solidFill>
                <a:latin typeface="Arial"/>
                <a:ea typeface="Arial"/>
                <a:cs typeface="Arial"/>
              </a:defRPr>
            </a:lvl6pPr>
            <a:lvl7pPr>
              <a:defRPr sz="3075" b="1">
                <a:solidFill>
                  <a:srgbClr val="102C38"/>
                </a:solidFill>
                <a:latin typeface="Arial"/>
                <a:ea typeface="Arial"/>
                <a:cs typeface="Arial"/>
              </a:defRPr>
            </a:lvl7pPr>
            <a:lvl8pPr>
              <a:defRPr sz="3075" b="1">
                <a:solidFill>
                  <a:srgbClr val="102C38"/>
                </a:solidFill>
                <a:latin typeface="Arial"/>
                <a:ea typeface="Arial"/>
                <a:cs typeface="Arial"/>
              </a:defRPr>
            </a:lvl8pPr>
            <a:lvl9pPr>
              <a:defRPr sz="3075" b="1">
                <a:solidFill>
                  <a:srgbClr val="102C38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3075" b="1">
                <a:solidFill>
                  <a:srgbClr val="102C38"/>
                </a:solidFill>
                <a:latin typeface="Arial"/>
                <a:ea typeface="Arial"/>
                <a:cs typeface="Arial"/>
              </a:defRPr>
            </a:pPr>
            <a:r>
              <a:rPr sz="3075" b="1">
                <a:solidFill>
                  <a:srgbClr val="102C38"/>
                </a:solidFill>
                <a:latin typeface="Arial"/>
                <a:ea typeface="Arial"/>
                <a:cs typeface="Arial"/>
              </a:rPr>
              <a:t>Correction : Filtrer sans modifier les données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F09408B-7E44-4BBC-9D08-B2BC39FF860C}"/>
              </a:ext>
            </a:extLst>
          </p:cNvPr>
          <p:cNvSpPr>
            <a:spLocks noGrp="1"/>
          </p:cNvSpPr>
          <p:nvPr/>
        </p:nvSpPr>
        <p:spPr>
          <a:xfrm>
            <a:off x="723900" y="1943100"/>
            <a:ext cx="10668000" cy="2143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>
              <a:defRPr sz="1950" b="0">
                <a:solidFill>
                  <a:srgbClr val="087F75"/>
                </a:solidFill>
                <a:latin typeface="Consolas"/>
                <a:ea typeface="Consolas"/>
                <a:cs typeface="Consolas"/>
              </a:defRPr>
            </a:defPPr>
            <a:lvl1pPr>
              <a:defRPr sz="1950" b="0">
                <a:solidFill>
                  <a:srgbClr val="087F75"/>
                </a:solidFill>
                <a:latin typeface="Consolas"/>
                <a:ea typeface="Consolas"/>
                <a:cs typeface="Consolas"/>
              </a:defRPr>
            </a:lvl1pPr>
            <a:lvl2pPr>
              <a:defRPr sz="1950" b="0">
                <a:solidFill>
                  <a:srgbClr val="087F75"/>
                </a:solidFill>
                <a:latin typeface="Consolas"/>
                <a:ea typeface="Consolas"/>
                <a:cs typeface="Consolas"/>
              </a:defRPr>
            </a:lvl2pPr>
            <a:lvl3pPr>
              <a:defRPr sz="1950" b="0">
                <a:solidFill>
                  <a:srgbClr val="087F75"/>
                </a:solidFill>
                <a:latin typeface="Consolas"/>
                <a:ea typeface="Consolas"/>
                <a:cs typeface="Consolas"/>
              </a:defRPr>
            </a:lvl3pPr>
            <a:lvl4pPr>
              <a:defRPr sz="1950" b="0">
                <a:solidFill>
                  <a:srgbClr val="087F75"/>
                </a:solidFill>
                <a:latin typeface="Consolas"/>
                <a:ea typeface="Consolas"/>
                <a:cs typeface="Consolas"/>
              </a:defRPr>
            </a:lvl4pPr>
            <a:lvl5pPr>
              <a:defRPr sz="1950" b="0">
                <a:solidFill>
                  <a:srgbClr val="087F75"/>
                </a:solidFill>
                <a:latin typeface="Consolas"/>
                <a:ea typeface="Consolas"/>
                <a:cs typeface="Consolas"/>
              </a:defRPr>
            </a:lvl5pPr>
            <a:lvl6pPr>
              <a:defRPr sz="1950" b="0">
                <a:solidFill>
                  <a:srgbClr val="087F75"/>
                </a:solidFill>
                <a:latin typeface="Consolas"/>
                <a:ea typeface="Consolas"/>
                <a:cs typeface="Consolas"/>
              </a:defRPr>
            </a:lvl6pPr>
            <a:lvl7pPr>
              <a:defRPr sz="1950" b="0">
                <a:solidFill>
                  <a:srgbClr val="087F75"/>
                </a:solidFill>
                <a:latin typeface="Consolas"/>
                <a:ea typeface="Consolas"/>
                <a:cs typeface="Consolas"/>
              </a:defRPr>
            </a:lvl7pPr>
            <a:lvl8pPr>
              <a:defRPr sz="1950" b="0">
                <a:solidFill>
                  <a:srgbClr val="087F75"/>
                </a:solidFill>
                <a:latin typeface="Consolas"/>
                <a:ea typeface="Consolas"/>
                <a:cs typeface="Consolas"/>
              </a:defRPr>
            </a:lvl8pPr>
            <a:lvl9pPr>
              <a:defRPr sz="1950" b="0">
                <a:solidFill>
                  <a:srgbClr val="087F75"/>
                </a:solidFill>
                <a:latin typeface="Consolas"/>
                <a:ea typeface="Consolas"/>
                <a:cs typeface="Consolas"/>
              </a:defRPr>
            </a:lvl9pPr>
          </a:lstStyle>
          <a:p>
            <a:pPr>
              <a:defRPr sz="1950" b="0">
                <a:solidFill>
                  <a:srgbClr val="087F75"/>
                </a:solidFill>
                <a:latin typeface="Consolas"/>
                <a:ea typeface="Consolas"/>
                <a:cs typeface="Consolas"/>
              </a:defRPr>
            </a:pPr>
            <a:r>
              <a:rPr sz="1950" b="0">
                <a:solidFill>
                  <a:srgbClr val="087F75"/>
                </a:solidFill>
                <a:latin typeface="Consolas"/>
                <a:ea typeface="Consolas"/>
                <a:cs typeface="Consolas"/>
              </a:rPr>
              <a:t>&lt;button onClick={() =&gt; setLibres(v =&gt; !v)}&gt;</a:t>
            </a:r>
          </a:p>
          <a:p>
            <a:pPr>
              <a:defRPr sz="1950" b="0">
                <a:solidFill>
                  <a:srgbClr val="087F75"/>
                </a:solidFill>
                <a:latin typeface="Consolas"/>
                <a:ea typeface="Consolas"/>
                <a:cs typeface="Consolas"/>
              </a:defRPr>
            </a:pPr>
            <a:r>
              <a:rPr sz="1950" b="0">
                <a:solidFill>
                  <a:srgbClr val="087F75"/>
                </a:solidFill>
                <a:latin typeface="Consolas"/>
                <a:ea typeface="Consolas"/>
                <a:cs typeface="Consolas"/>
              </a:rPr>
              <a:t>  {libres ? "Afficher tous" : "Afficher disponibles"}</a:t>
            </a:r>
          </a:p>
          <a:p>
            <a:pPr>
              <a:defRPr sz="1950" b="0">
                <a:solidFill>
                  <a:srgbClr val="087F75"/>
                </a:solidFill>
                <a:latin typeface="Consolas"/>
                <a:ea typeface="Consolas"/>
                <a:cs typeface="Consolas"/>
              </a:defRPr>
            </a:pPr>
            <a:r>
              <a:rPr sz="1950" b="0">
                <a:solidFill>
                  <a:srgbClr val="087F75"/>
                </a:solidFill>
                <a:latin typeface="Consolas"/>
                <a:ea typeface="Consolas"/>
                <a:cs typeface="Consolas"/>
              </a:rPr>
              <a:t>&lt;/button&gt;</a:t>
            </a:r>
          </a:p>
          <a:p>
            <a:pPr>
              <a:defRPr sz="1950" b="0">
                <a:solidFill>
                  <a:srgbClr val="087F75"/>
                </a:solidFill>
                <a:latin typeface="Consolas"/>
                <a:ea typeface="Consolas"/>
                <a:cs typeface="Consolas"/>
              </a:defRPr>
            </a:pPr>
            <a:r>
              <a:rPr sz="1950" b="0">
                <a:solidFill>
                  <a:srgbClr val="087F75"/>
                </a:solidFill>
                <a:latin typeface="Consolas"/>
                <a:ea typeface="Consolas"/>
                <a:cs typeface="Consolas"/>
              </a:rPr>
              <a:t>&lt;p&gt;{visibles.length} résultat(s)&lt;/p&gt;</a:t>
            </a:r>
          </a:p>
          <a:p>
            <a:pPr>
              <a:defRPr sz="1950" b="0">
                <a:solidFill>
                  <a:srgbClr val="087F75"/>
                </a:solidFill>
                <a:latin typeface="Consolas"/>
                <a:ea typeface="Consolas"/>
                <a:cs typeface="Consolas"/>
              </a:defRPr>
            </a:pPr>
            <a:r>
              <a:rPr sz="1950" b="0">
                <a:solidFill>
                  <a:srgbClr val="087F75"/>
                </a:solidFill>
                <a:latin typeface="Consolas"/>
                <a:ea typeface="Consolas"/>
                <a:cs typeface="Consolas"/>
              </a:rPr>
              <a:t>{visibles.map(local =&gt; (</a:t>
            </a:r>
          </a:p>
          <a:p>
            <a:pPr>
              <a:defRPr sz="1950" b="0">
                <a:solidFill>
                  <a:srgbClr val="087F75"/>
                </a:solidFill>
                <a:latin typeface="Consolas"/>
                <a:ea typeface="Consolas"/>
                <a:cs typeface="Consolas"/>
              </a:defRPr>
            </a:pPr>
            <a:r>
              <a:rPr sz="1950" b="0">
                <a:solidFill>
                  <a:srgbClr val="087F75"/>
                </a:solidFill>
                <a:latin typeface="Consolas"/>
                <a:ea typeface="Consolas"/>
                <a:cs typeface="Consolas"/>
              </a:rPr>
              <a:t>  &lt;CarteLocal key={local.id} local={local} /&gt;</a:t>
            </a:r>
          </a:p>
          <a:p>
            <a:pPr>
              <a:defRPr sz="1950" b="0">
                <a:solidFill>
                  <a:srgbClr val="087F75"/>
                </a:solidFill>
                <a:latin typeface="Consolas"/>
                <a:ea typeface="Consolas"/>
                <a:cs typeface="Consolas"/>
              </a:defRPr>
            </a:pPr>
            <a:r>
              <a:rPr sz="1950" b="0">
                <a:solidFill>
                  <a:srgbClr val="087F75"/>
                </a:solidFill>
                <a:latin typeface="Consolas"/>
                <a:ea typeface="Consolas"/>
                <a:cs typeface="Consolas"/>
              </a:rPr>
              <a:t>))}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A63C6E6-FEAD-4381-B265-ED39CEF633EB}"/>
              </a:ext>
            </a:extLst>
          </p:cNvPr>
          <p:cNvSpPr>
            <a:spLocks noGrp="1"/>
          </p:cNvSpPr>
          <p:nvPr/>
        </p:nvSpPr>
        <p:spPr>
          <a:xfrm>
            <a:off x="723900" y="4210050"/>
            <a:ext cx="10572750" cy="5619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800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defPPr>
            <a:lvl1pPr>
              <a:defRPr sz="1800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lvl1pPr>
            <a:lvl2pPr>
              <a:defRPr sz="1800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lvl2pPr>
            <a:lvl3pPr>
              <a:defRPr sz="1800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lvl3pPr>
            <a:lvl4pPr>
              <a:defRPr sz="1800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lvl4pPr>
            <a:lvl5pPr>
              <a:defRPr sz="1800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lvl5pPr>
            <a:lvl6pPr>
              <a:defRPr sz="1800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lvl6pPr>
            <a:lvl7pPr>
              <a:defRPr sz="1800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lvl7pPr>
            <a:lvl8pPr>
              <a:defRPr sz="1800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lvl8pPr>
            <a:lvl9pPr>
              <a:defRPr sz="1800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800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02C38"/>
                </a:solidFill>
                <a:latin typeface="Arial"/>
                <a:ea typeface="Arial"/>
                <a:cs typeface="Arial"/>
              </a:rPr>
              <a:t>Le tableau locaux reste intact. On peut revenir aux trois fiches en désactivant le filtre.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608FAEF-C22B-486A-9386-4126389AC56C}"/>
              </a:ext>
            </a:extLst>
          </p:cNvPr>
          <p:cNvSpPr>
            <a:spLocks noGrp="1"/>
          </p:cNvSpPr>
          <p:nvPr/>
        </p:nvSpPr>
        <p:spPr>
          <a:xfrm>
            <a:off x="11334750" y="6457950"/>
            <a:ext cx="523875" cy="2190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200" b="0">
                <a:solidFill>
                  <a:srgbClr val="4E6670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4E6670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4E6670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4E6670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4E6670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4E6670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4E6670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4E6670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4E6670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4E6670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200" b="0">
                <a:solidFill>
                  <a:srgbClr val="4E667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4E6670"/>
                </a:solidFill>
                <a:latin typeface="Arial"/>
                <a:ea typeface="Arial"/>
                <a:cs typeface="Arial"/>
              </a:rPr>
              <a:t>17</a:t>
            </a:r>
          </a:p>
        </p:txBody>
      </p:sp>
    </p:spTree>
    <p:extLst>
      <p:ext uri="{BB962C8B-B14F-4D97-AF65-F5344CB8AC3E}">
        <p14:creationId xmlns:p14="http://schemas.microsoft.com/office/powerpoint/2010/main" val="76674251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6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91E43D04-318F-4FBF-820A-74500EE97929}"/>
              </a:ext>
            </a:extLst>
          </p:cNvPr>
          <p:cNvSpPr>
            <a:spLocks noGrp="1"/>
          </p:cNvSpPr>
          <p:nvPr/>
        </p:nvSpPr>
        <p:spPr>
          <a:xfrm>
            <a:off x="685800" y="352425"/>
            <a:ext cx="10763250" cy="2952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350" b="1">
                <a:solidFill>
                  <a:srgbClr val="087F75"/>
                </a:solidFill>
                <a:latin typeface="Arial"/>
                <a:ea typeface="Arial"/>
                <a:cs typeface="Arial"/>
              </a:defRPr>
            </a:defPPr>
            <a:lvl1pPr>
              <a:defRPr sz="1350" b="1">
                <a:solidFill>
                  <a:srgbClr val="087F75"/>
                </a:solidFill>
                <a:latin typeface="Arial"/>
                <a:ea typeface="Arial"/>
                <a:cs typeface="Arial"/>
              </a:defRPr>
            </a:lvl1pPr>
            <a:lvl2pPr>
              <a:defRPr sz="1350" b="1">
                <a:solidFill>
                  <a:srgbClr val="087F75"/>
                </a:solidFill>
                <a:latin typeface="Arial"/>
                <a:ea typeface="Arial"/>
                <a:cs typeface="Arial"/>
              </a:defRPr>
            </a:lvl2pPr>
            <a:lvl3pPr>
              <a:defRPr sz="1350" b="1">
                <a:solidFill>
                  <a:srgbClr val="087F75"/>
                </a:solidFill>
                <a:latin typeface="Arial"/>
                <a:ea typeface="Arial"/>
                <a:cs typeface="Arial"/>
              </a:defRPr>
            </a:lvl3pPr>
            <a:lvl4pPr>
              <a:defRPr sz="1350" b="1">
                <a:solidFill>
                  <a:srgbClr val="087F75"/>
                </a:solidFill>
                <a:latin typeface="Arial"/>
                <a:ea typeface="Arial"/>
                <a:cs typeface="Arial"/>
              </a:defRPr>
            </a:lvl4pPr>
            <a:lvl5pPr>
              <a:defRPr sz="1350" b="1">
                <a:solidFill>
                  <a:srgbClr val="087F75"/>
                </a:solidFill>
                <a:latin typeface="Arial"/>
                <a:ea typeface="Arial"/>
                <a:cs typeface="Arial"/>
              </a:defRPr>
            </a:lvl5pPr>
            <a:lvl6pPr>
              <a:defRPr sz="1350" b="1">
                <a:solidFill>
                  <a:srgbClr val="087F75"/>
                </a:solidFill>
                <a:latin typeface="Arial"/>
                <a:ea typeface="Arial"/>
                <a:cs typeface="Arial"/>
              </a:defRPr>
            </a:lvl6pPr>
            <a:lvl7pPr>
              <a:defRPr sz="1350" b="1">
                <a:solidFill>
                  <a:srgbClr val="087F75"/>
                </a:solidFill>
                <a:latin typeface="Arial"/>
                <a:ea typeface="Arial"/>
                <a:cs typeface="Arial"/>
              </a:defRPr>
            </a:lvl7pPr>
            <a:lvl8pPr>
              <a:defRPr sz="1350" b="1">
                <a:solidFill>
                  <a:srgbClr val="087F75"/>
                </a:solidFill>
                <a:latin typeface="Arial"/>
                <a:ea typeface="Arial"/>
                <a:cs typeface="Arial"/>
              </a:defRPr>
            </a:lvl8pPr>
            <a:lvl9pPr>
              <a:defRPr sz="1350" b="1">
                <a:solidFill>
                  <a:srgbClr val="087F75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350" b="1">
                <a:solidFill>
                  <a:srgbClr val="087F75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87F75"/>
                </a:solidFill>
                <a:latin typeface="Arial"/>
                <a:ea typeface="Arial"/>
                <a:cs typeface="Arial"/>
              </a:rPr>
              <a:t>COURS · SÉANCE 3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01D11FA-D9CF-454E-960D-ABE3C321EA18}"/>
              </a:ext>
            </a:extLst>
          </p:cNvPr>
          <p:cNvSpPr>
            <a:spLocks noGrp="1"/>
          </p:cNvSpPr>
          <p:nvPr/>
        </p:nvSpPr>
        <p:spPr>
          <a:xfrm>
            <a:off x="685800" y="866775"/>
            <a:ext cx="10858500" cy="9144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3075" b="1">
                <a:solidFill>
                  <a:srgbClr val="102C38"/>
                </a:solidFill>
                <a:latin typeface="Arial"/>
                <a:ea typeface="Arial"/>
                <a:cs typeface="Arial"/>
              </a:defRPr>
            </a:defPPr>
            <a:lvl1pPr>
              <a:defRPr sz="3075" b="1">
                <a:solidFill>
                  <a:srgbClr val="102C38"/>
                </a:solidFill>
                <a:latin typeface="Arial"/>
                <a:ea typeface="Arial"/>
                <a:cs typeface="Arial"/>
              </a:defRPr>
            </a:lvl1pPr>
            <a:lvl2pPr>
              <a:defRPr sz="3075" b="1">
                <a:solidFill>
                  <a:srgbClr val="102C38"/>
                </a:solidFill>
                <a:latin typeface="Arial"/>
                <a:ea typeface="Arial"/>
                <a:cs typeface="Arial"/>
              </a:defRPr>
            </a:lvl2pPr>
            <a:lvl3pPr>
              <a:defRPr sz="3075" b="1">
                <a:solidFill>
                  <a:srgbClr val="102C38"/>
                </a:solidFill>
                <a:latin typeface="Arial"/>
                <a:ea typeface="Arial"/>
                <a:cs typeface="Arial"/>
              </a:defRPr>
            </a:lvl3pPr>
            <a:lvl4pPr>
              <a:defRPr sz="3075" b="1">
                <a:solidFill>
                  <a:srgbClr val="102C38"/>
                </a:solidFill>
                <a:latin typeface="Arial"/>
                <a:ea typeface="Arial"/>
                <a:cs typeface="Arial"/>
              </a:defRPr>
            </a:lvl4pPr>
            <a:lvl5pPr>
              <a:defRPr sz="3075" b="1">
                <a:solidFill>
                  <a:srgbClr val="102C38"/>
                </a:solidFill>
                <a:latin typeface="Arial"/>
                <a:ea typeface="Arial"/>
                <a:cs typeface="Arial"/>
              </a:defRPr>
            </a:lvl5pPr>
            <a:lvl6pPr>
              <a:defRPr sz="3075" b="1">
                <a:solidFill>
                  <a:srgbClr val="102C38"/>
                </a:solidFill>
                <a:latin typeface="Arial"/>
                <a:ea typeface="Arial"/>
                <a:cs typeface="Arial"/>
              </a:defRPr>
            </a:lvl6pPr>
            <a:lvl7pPr>
              <a:defRPr sz="3075" b="1">
                <a:solidFill>
                  <a:srgbClr val="102C38"/>
                </a:solidFill>
                <a:latin typeface="Arial"/>
                <a:ea typeface="Arial"/>
                <a:cs typeface="Arial"/>
              </a:defRPr>
            </a:lvl7pPr>
            <a:lvl8pPr>
              <a:defRPr sz="3075" b="1">
                <a:solidFill>
                  <a:srgbClr val="102C38"/>
                </a:solidFill>
                <a:latin typeface="Arial"/>
                <a:ea typeface="Arial"/>
                <a:cs typeface="Arial"/>
              </a:defRPr>
            </a:lvl8pPr>
            <a:lvl9pPr>
              <a:defRPr sz="3075" b="1">
                <a:solidFill>
                  <a:srgbClr val="102C38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3075" b="1">
                <a:solidFill>
                  <a:srgbClr val="102C38"/>
                </a:solidFill>
                <a:latin typeface="Arial"/>
                <a:ea typeface="Arial"/>
                <a:cs typeface="Arial"/>
              </a:defRPr>
            </a:pPr>
            <a:r>
              <a:rPr sz="3075" b="1">
                <a:solidFill>
                  <a:srgbClr val="102C38"/>
                </a:solidFill>
                <a:latin typeface="Arial"/>
                <a:ea typeface="Arial"/>
                <a:cs typeface="Arial"/>
              </a:rPr>
              <a:t>Partager la sélection avec le parent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6D9EB68-3C07-49A4-B422-5142FA9C8E94}"/>
              </a:ext>
            </a:extLst>
          </p:cNvPr>
          <p:cNvSpPr>
            <a:spLocks noGrp="1"/>
          </p:cNvSpPr>
          <p:nvPr/>
        </p:nvSpPr>
        <p:spPr>
          <a:xfrm>
            <a:off x="723900" y="2000250"/>
            <a:ext cx="10763250" cy="9144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250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defPPr>
            <a:lvl1pPr>
              <a:defRPr sz="2250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lvl1pPr>
            <a:lvl2pPr>
              <a:defRPr sz="2250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lvl2pPr>
            <a:lvl3pPr>
              <a:defRPr sz="2250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lvl3pPr>
            <a:lvl4pPr>
              <a:defRPr sz="2250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lvl4pPr>
            <a:lvl5pPr>
              <a:defRPr sz="2250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lvl5pPr>
            <a:lvl6pPr>
              <a:defRPr sz="2250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lvl6pPr>
            <a:lvl7pPr>
              <a:defRPr sz="2250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lvl7pPr>
            <a:lvl8pPr>
              <a:defRPr sz="2250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lvl8pPr>
            <a:lvl9pPr>
              <a:defRPr sz="2250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2250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02C38"/>
                </a:solidFill>
                <a:latin typeface="Arial"/>
                <a:ea typeface="Arial"/>
                <a:cs typeface="Arial"/>
              </a:rPr>
              <a:t>Quand plusieurs composants utilisent la même sélection, placer cet état dans leur parent commun.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66EF83B-0C13-47B7-A9E6-97101B1336E3}"/>
              </a:ext>
            </a:extLst>
          </p:cNvPr>
          <p:cNvSpPr>
            <a:spLocks noGrp="1"/>
          </p:cNvSpPr>
          <p:nvPr/>
        </p:nvSpPr>
        <p:spPr>
          <a:xfrm>
            <a:off x="723900" y="2971800"/>
            <a:ext cx="10763250" cy="9144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250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defPPr>
            <a:lvl1pPr>
              <a:defRPr sz="2250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lvl1pPr>
            <a:lvl2pPr>
              <a:defRPr sz="2250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lvl2pPr>
            <a:lvl3pPr>
              <a:defRPr sz="2250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lvl3pPr>
            <a:lvl4pPr>
              <a:defRPr sz="2250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lvl4pPr>
            <a:lvl5pPr>
              <a:defRPr sz="2250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lvl5pPr>
            <a:lvl6pPr>
              <a:defRPr sz="2250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lvl6pPr>
            <a:lvl7pPr>
              <a:defRPr sz="2250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lvl7pPr>
            <a:lvl8pPr>
              <a:defRPr sz="2250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lvl8pPr>
            <a:lvl9pPr>
              <a:defRPr sz="2250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2250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02C38"/>
                </a:solidFill>
                <a:latin typeface="Arial"/>
                <a:ea typeface="Arial"/>
                <a:cs typeface="Arial"/>
              </a:rPr>
              <a:t>Le parent transmet une fonction à l’enfant. L’enfant appelle cette fonction au clic.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0A38D4B-8F44-432F-872F-1E2EF59A2D46}"/>
              </a:ext>
            </a:extLst>
          </p:cNvPr>
          <p:cNvSpPr>
            <a:spLocks noGrp="1"/>
          </p:cNvSpPr>
          <p:nvPr/>
        </p:nvSpPr>
        <p:spPr>
          <a:xfrm>
            <a:off x="723900" y="3943350"/>
            <a:ext cx="10763250" cy="9144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250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defPPr>
            <a:lvl1pPr>
              <a:defRPr sz="2250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lvl1pPr>
            <a:lvl2pPr>
              <a:defRPr sz="2250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lvl2pPr>
            <a:lvl3pPr>
              <a:defRPr sz="2250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lvl3pPr>
            <a:lvl4pPr>
              <a:defRPr sz="2250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lvl4pPr>
            <a:lvl5pPr>
              <a:defRPr sz="2250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lvl5pPr>
            <a:lvl6pPr>
              <a:defRPr sz="2250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lvl6pPr>
            <a:lvl7pPr>
              <a:defRPr sz="2250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lvl7pPr>
            <a:lvl8pPr>
              <a:defRPr sz="2250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lvl8pPr>
            <a:lvl9pPr>
              <a:defRPr sz="2250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2250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02C38"/>
                </a:solidFill>
                <a:latin typeface="Arial"/>
                <a:ea typeface="Arial"/>
                <a:cs typeface="Arial"/>
              </a:rPr>
              <a:t>Les données continuent de descendre par les props. Le callback permet de signaler un choix au parent.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B7451F5-AC9B-49DA-8BFF-A7E19CBF01F5}"/>
              </a:ext>
            </a:extLst>
          </p:cNvPr>
          <p:cNvSpPr>
            <a:spLocks noGrp="1"/>
          </p:cNvSpPr>
          <p:nvPr/>
        </p:nvSpPr>
        <p:spPr>
          <a:xfrm>
            <a:off x="11334750" y="6457950"/>
            <a:ext cx="523875" cy="2190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200" b="0">
                <a:solidFill>
                  <a:srgbClr val="4E6670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4E6670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4E6670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4E6670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4E6670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4E6670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4E6670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4E6670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4E6670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4E6670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200" b="0">
                <a:solidFill>
                  <a:srgbClr val="4E667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4E6670"/>
                </a:solidFill>
                <a:latin typeface="Arial"/>
                <a:ea typeface="Arial"/>
                <a:cs typeface="Arial"/>
              </a:rPr>
              <a:t>18</a:t>
            </a:r>
          </a:p>
        </p:txBody>
      </p:sp>
    </p:spTree>
    <p:extLst>
      <p:ext uri="{BB962C8B-B14F-4D97-AF65-F5344CB8AC3E}">
        <p14:creationId xmlns:p14="http://schemas.microsoft.com/office/powerpoint/2010/main" val="133451970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6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3231716A-A910-44BD-9B0C-07591C88748E}"/>
              </a:ext>
            </a:extLst>
          </p:cNvPr>
          <p:cNvSpPr>
            <a:spLocks noGrp="1"/>
          </p:cNvSpPr>
          <p:nvPr/>
        </p:nvSpPr>
        <p:spPr>
          <a:xfrm>
            <a:off x="685800" y="352425"/>
            <a:ext cx="10763250" cy="2952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350" b="1">
                <a:solidFill>
                  <a:srgbClr val="087F75"/>
                </a:solidFill>
                <a:latin typeface="Arial"/>
                <a:ea typeface="Arial"/>
                <a:cs typeface="Arial"/>
              </a:defRPr>
            </a:defPPr>
            <a:lvl1pPr>
              <a:defRPr sz="1350" b="1">
                <a:solidFill>
                  <a:srgbClr val="087F75"/>
                </a:solidFill>
                <a:latin typeface="Arial"/>
                <a:ea typeface="Arial"/>
                <a:cs typeface="Arial"/>
              </a:defRPr>
            </a:lvl1pPr>
            <a:lvl2pPr>
              <a:defRPr sz="1350" b="1">
                <a:solidFill>
                  <a:srgbClr val="087F75"/>
                </a:solidFill>
                <a:latin typeface="Arial"/>
                <a:ea typeface="Arial"/>
                <a:cs typeface="Arial"/>
              </a:defRPr>
            </a:lvl2pPr>
            <a:lvl3pPr>
              <a:defRPr sz="1350" b="1">
                <a:solidFill>
                  <a:srgbClr val="087F75"/>
                </a:solidFill>
                <a:latin typeface="Arial"/>
                <a:ea typeface="Arial"/>
                <a:cs typeface="Arial"/>
              </a:defRPr>
            </a:lvl3pPr>
            <a:lvl4pPr>
              <a:defRPr sz="1350" b="1">
                <a:solidFill>
                  <a:srgbClr val="087F75"/>
                </a:solidFill>
                <a:latin typeface="Arial"/>
                <a:ea typeface="Arial"/>
                <a:cs typeface="Arial"/>
              </a:defRPr>
            </a:lvl4pPr>
            <a:lvl5pPr>
              <a:defRPr sz="1350" b="1">
                <a:solidFill>
                  <a:srgbClr val="087F75"/>
                </a:solidFill>
                <a:latin typeface="Arial"/>
                <a:ea typeface="Arial"/>
                <a:cs typeface="Arial"/>
              </a:defRPr>
            </a:lvl5pPr>
            <a:lvl6pPr>
              <a:defRPr sz="1350" b="1">
                <a:solidFill>
                  <a:srgbClr val="087F75"/>
                </a:solidFill>
                <a:latin typeface="Arial"/>
                <a:ea typeface="Arial"/>
                <a:cs typeface="Arial"/>
              </a:defRPr>
            </a:lvl6pPr>
            <a:lvl7pPr>
              <a:defRPr sz="1350" b="1">
                <a:solidFill>
                  <a:srgbClr val="087F75"/>
                </a:solidFill>
                <a:latin typeface="Arial"/>
                <a:ea typeface="Arial"/>
                <a:cs typeface="Arial"/>
              </a:defRPr>
            </a:lvl7pPr>
            <a:lvl8pPr>
              <a:defRPr sz="1350" b="1">
                <a:solidFill>
                  <a:srgbClr val="087F75"/>
                </a:solidFill>
                <a:latin typeface="Arial"/>
                <a:ea typeface="Arial"/>
                <a:cs typeface="Arial"/>
              </a:defRPr>
            </a:lvl8pPr>
            <a:lvl9pPr>
              <a:defRPr sz="1350" b="1">
                <a:solidFill>
                  <a:srgbClr val="087F75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350" b="1">
                <a:solidFill>
                  <a:srgbClr val="087F75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87F75"/>
                </a:solidFill>
                <a:latin typeface="Arial"/>
                <a:ea typeface="Arial"/>
                <a:cs typeface="Arial"/>
              </a:rPr>
              <a:t>COURS · SÉANCE 3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1073C441-38A8-40DB-8346-B1250D861968}"/>
              </a:ext>
            </a:extLst>
          </p:cNvPr>
          <p:cNvSpPr>
            <a:spLocks noGrp="1"/>
          </p:cNvSpPr>
          <p:nvPr/>
        </p:nvSpPr>
        <p:spPr>
          <a:xfrm>
            <a:off x="685800" y="866775"/>
            <a:ext cx="10858500" cy="9144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3075" b="1">
                <a:solidFill>
                  <a:srgbClr val="102C38"/>
                </a:solidFill>
                <a:latin typeface="Arial"/>
                <a:ea typeface="Arial"/>
                <a:cs typeface="Arial"/>
              </a:defRPr>
            </a:defPPr>
            <a:lvl1pPr>
              <a:defRPr sz="3075" b="1">
                <a:solidFill>
                  <a:srgbClr val="102C38"/>
                </a:solidFill>
                <a:latin typeface="Arial"/>
                <a:ea typeface="Arial"/>
                <a:cs typeface="Arial"/>
              </a:defRPr>
            </a:lvl1pPr>
            <a:lvl2pPr>
              <a:defRPr sz="3075" b="1">
                <a:solidFill>
                  <a:srgbClr val="102C38"/>
                </a:solidFill>
                <a:latin typeface="Arial"/>
                <a:ea typeface="Arial"/>
                <a:cs typeface="Arial"/>
              </a:defRPr>
            </a:lvl2pPr>
            <a:lvl3pPr>
              <a:defRPr sz="3075" b="1">
                <a:solidFill>
                  <a:srgbClr val="102C38"/>
                </a:solidFill>
                <a:latin typeface="Arial"/>
                <a:ea typeface="Arial"/>
                <a:cs typeface="Arial"/>
              </a:defRPr>
            </a:lvl3pPr>
            <a:lvl4pPr>
              <a:defRPr sz="3075" b="1">
                <a:solidFill>
                  <a:srgbClr val="102C38"/>
                </a:solidFill>
                <a:latin typeface="Arial"/>
                <a:ea typeface="Arial"/>
                <a:cs typeface="Arial"/>
              </a:defRPr>
            </a:lvl4pPr>
            <a:lvl5pPr>
              <a:defRPr sz="3075" b="1">
                <a:solidFill>
                  <a:srgbClr val="102C38"/>
                </a:solidFill>
                <a:latin typeface="Arial"/>
                <a:ea typeface="Arial"/>
                <a:cs typeface="Arial"/>
              </a:defRPr>
            </a:lvl5pPr>
            <a:lvl6pPr>
              <a:defRPr sz="3075" b="1">
                <a:solidFill>
                  <a:srgbClr val="102C38"/>
                </a:solidFill>
                <a:latin typeface="Arial"/>
                <a:ea typeface="Arial"/>
                <a:cs typeface="Arial"/>
              </a:defRPr>
            </a:lvl6pPr>
            <a:lvl7pPr>
              <a:defRPr sz="3075" b="1">
                <a:solidFill>
                  <a:srgbClr val="102C38"/>
                </a:solidFill>
                <a:latin typeface="Arial"/>
                <a:ea typeface="Arial"/>
                <a:cs typeface="Arial"/>
              </a:defRPr>
            </a:lvl7pPr>
            <a:lvl8pPr>
              <a:defRPr sz="3075" b="1">
                <a:solidFill>
                  <a:srgbClr val="102C38"/>
                </a:solidFill>
                <a:latin typeface="Arial"/>
                <a:ea typeface="Arial"/>
                <a:cs typeface="Arial"/>
              </a:defRPr>
            </a:lvl8pPr>
            <a:lvl9pPr>
              <a:defRPr sz="3075" b="1">
                <a:solidFill>
                  <a:srgbClr val="102C38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3075" b="1">
                <a:solidFill>
                  <a:srgbClr val="102C38"/>
                </a:solidFill>
                <a:latin typeface="Arial"/>
                <a:ea typeface="Arial"/>
                <a:cs typeface="Arial"/>
              </a:defRPr>
            </a:pPr>
            <a:r>
              <a:rPr sz="3075" b="1">
                <a:solidFill>
                  <a:srgbClr val="102C38"/>
                </a:solidFill>
                <a:latin typeface="Arial"/>
                <a:ea typeface="Arial"/>
                <a:cs typeface="Arial"/>
              </a:rPr>
              <a:t>Partager la sélection avec le parent : exemple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09E779F-842F-4C15-A2F2-08A50BF14AE2}"/>
              </a:ext>
            </a:extLst>
          </p:cNvPr>
          <p:cNvSpPr>
            <a:spLocks noGrp="1"/>
          </p:cNvSpPr>
          <p:nvPr/>
        </p:nvSpPr>
        <p:spPr>
          <a:xfrm>
            <a:off x="723900" y="1943100"/>
            <a:ext cx="10668000" cy="15525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>
              <a:defRPr sz="1950" b="0">
                <a:solidFill>
                  <a:srgbClr val="087F75"/>
                </a:solidFill>
                <a:latin typeface="Consolas"/>
                <a:ea typeface="Consolas"/>
                <a:cs typeface="Consolas"/>
              </a:defRPr>
            </a:defPPr>
            <a:lvl1pPr>
              <a:defRPr sz="1950" b="0">
                <a:solidFill>
                  <a:srgbClr val="087F75"/>
                </a:solidFill>
                <a:latin typeface="Consolas"/>
                <a:ea typeface="Consolas"/>
                <a:cs typeface="Consolas"/>
              </a:defRPr>
            </a:lvl1pPr>
            <a:lvl2pPr>
              <a:defRPr sz="1950" b="0">
                <a:solidFill>
                  <a:srgbClr val="087F75"/>
                </a:solidFill>
                <a:latin typeface="Consolas"/>
                <a:ea typeface="Consolas"/>
                <a:cs typeface="Consolas"/>
              </a:defRPr>
            </a:lvl2pPr>
            <a:lvl3pPr>
              <a:defRPr sz="1950" b="0">
                <a:solidFill>
                  <a:srgbClr val="087F75"/>
                </a:solidFill>
                <a:latin typeface="Consolas"/>
                <a:ea typeface="Consolas"/>
                <a:cs typeface="Consolas"/>
              </a:defRPr>
            </a:lvl3pPr>
            <a:lvl4pPr>
              <a:defRPr sz="1950" b="0">
                <a:solidFill>
                  <a:srgbClr val="087F75"/>
                </a:solidFill>
                <a:latin typeface="Consolas"/>
                <a:ea typeface="Consolas"/>
                <a:cs typeface="Consolas"/>
              </a:defRPr>
            </a:lvl4pPr>
            <a:lvl5pPr>
              <a:defRPr sz="1950" b="0">
                <a:solidFill>
                  <a:srgbClr val="087F75"/>
                </a:solidFill>
                <a:latin typeface="Consolas"/>
                <a:ea typeface="Consolas"/>
                <a:cs typeface="Consolas"/>
              </a:defRPr>
            </a:lvl5pPr>
            <a:lvl6pPr>
              <a:defRPr sz="1950" b="0">
                <a:solidFill>
                  <a:srgbClr val="087F75"/>
                </a:solidFill>
                <a:latin typeface="Consolas"/>
                <a:ea typeface="Consolas"/>
                <a:cs typeface="Consolas"/>
              </a:defRPr>
            </a:lvl6pPr>
            <a:lvl7pPr>
              <a:defRPr sz="1950" b="0">
                <a:solidFill>
                  <a:srgbClr val="087F75"/>
                </a:solidFill>
                <a:latin typeface="Consolas"/>
                <a:ea typeface="Consolas"/>
                <a:cs typeface="Consolas"/>
              </a:defRPr>
            </a:lvl7pPr>
            <a:lvl8pPr>
              <a:defRPr sz="1950" b="0">
                <a:solidFill>
                  <a:srgbClr val="087F75"/>
                </a:solidFill>
                <a:latin typeface="Consolas"/>
                <a:ea typeface="Consolas"/>
                <a:cs typeface="Consolas"/>
              </a:defRPr>
            </a:lvl8pPr>
            <a:lvl9pPr>
              <a:defRPr sz="1950" b="0">
                <a:solidFill>
                  <a:srgbClr val="087F75"/>
                </a:solidFill>
                <a:latin typeface="Consolas"/>
                <a:ea typeface="Consolas"/>
                <a:cs typeface="Consolas"/>
              </a:defRPr>
            </a:lvl9pPr>
          </a:lstStyle>
          <a:p>
            <a:pPr>
              <a:defRPr sz="1950" b="0">
                <a:solidFill>
                  <a:srgbClr val="087F75"/>
                </a:solidFill>
                <a:latin typeface="Consolas"/>
                <a:ea typeface="Consolas"/>
                <a:cs typeface="Consolas"/>
              </a:defRPr>
            </a:pPr>
            <a:r>
              <a:rPr sz="1950" b="0">
                <a:solidFill>
                  <a:srgbClr val="087F75"/>
                </a:solidFill>
                <a:latin typeface="Consolas"/>
                <a:ea typeface="Consolas"/>
                <a:cs typeface="Consolas"/>
              </a:rPr>
              <a:t>// Dans App</a:t>
            </a:r>
          </a:p>
          <a:p>
            <a:pPr>
              <a:defRPr sz="1950" b="0">
                <a:solidFill>
                  <a:srgbClr val="087F75"/>
                </a:solidFill>
                <a:latin typeface="Consolas"/>
                <a:ea typeface="Consolas"/>
                <a:cs typeface="Consolas"/>
              </a:defRPr>
            </a:pPr>
            <a:r>
              <a:rPr sz="1950" b="0">
                <a:solidFill>
                  <a:srgbClr val="087F75"/>
                </a:solidFill>
                <a:latin typeface="Consolas"/>
                <a:ea typeface="Consolas"/>
                <a:cs typeface="Consolas"/>
              </a:rPr>
              <a:t>const [selection, setSelection] = useState(null);</a:t>
            </a:r>
          </a:p>
          <a:p>
            <a:pPr>
              <a:defRPr sz="1950" b="0">
                <a:solidFill>
                  <a:srgbClr val="087F75"/>
                </a:solidFill>
                <a:latin typeface="Consolas"/>
                <a:ea typeface="Consolas"/>
                <a:cs typeface="Consolas"/>
              </a:defRPr>
            </a:pPr>
            <a:r>
              <a:rPr sz="1950" b="0">
                <a:solidFill>
                  <a:srgbClr val="087F75"/>
                </a:solidFill>
                <a:latin typeface="Consolas"/>
                <a:ea typeface="Consolas"/>
                <a:cs typeface="Consolas"/>
              </a:rPr>
              <a:t>&lt;CarteLocal local={local} onChoisir={setSelection} /&gt;</a:t>
            </a:r>
          </a:p>
          <a:p>
            <a:pPr>
              <a:defRPr sz="1950" b="0">
                <a:solidFill>
                  <a:srgbClr val="087F75"/>
                </a:solidFill>
                <a:latin typeface="Consolas"/>
                <a:ea typeface="Consolas"/>
                <a:cs typeface="Consolas"/>
              </a:defRPr>
            </a:pPr>
            <a:r>
              <a:rPr sz="1950" b="0">
                <a:solidFill>
                  <a:srgbClr val="087F75"/>
                </a:solidFill>
                <a:latin typeface="Consolas"/>
                <a:ea typeface="Consolas"/>
                <a:cs typeface="Consolas"/>
              </a:rPr>
              <a:t>// Dans CarteLocal({ local, onChoisir })</a:t>
            </a:r>
          </a:p>
          <a:p>
            <a:pPr>
              <a:defRPr sz="1950" b="0">
                <a:solidFill>
                  <a:srgbClr val="087F75"/>
                </a:solidFill>
                <a:latin typeface="Consolas"/>
                <a:ea typeface="Consolas"/>
                <a:cs typeface="Consolas"/>
              </a:defRPr>
            </a:pPr>
            <a:r>
              <a:rPr sz="1950" b="0">
                <a:solidFill>
                  <a:srgbClr val="087F75"/>
                </a:solidFill>
                <a:latin typeface="Consolas"/>
                <a:ea typeface="Consolas"/>
                <a:cs typeface="Consolas"/>
              </a:rPr>
              <a:t>&lt;button onClick={() =&gt; onChoisir(local)}&gt;Choisir&lt;/button&gt;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BB43380-BD0A-4F43-97C2-54FF3476C1DB}"/>
              </a:ext>
            </a:extLst>
          </p:cNvPr>
          <p:cNvSpPr>
            <a:spLocks noGrp="1"/>
          </p:cNvSpPr>
          <p:nvPr/>
        </p:nvSpPr>
        <p:spPr>
          <a:xfrm>
            <a:off x="723900" y="3619500"/>
            <a:ext cx="10572750" cy="5619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800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defPPr>
            <a:lvl1pPr>
              <a:defRPr sz="1800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lvl1pPr>
            <a:lvl2pPr>
              <a:defRPr sz="1800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lvl2pPr>
            <a:lvl3pPr>
              <a:defRPr sz="1800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lvl3pPr>
            <a:lvl4pPr>
              <a:defRPr sz="1800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lvl4pPr>
            <a:lvl5pPr>
              <a:defRPr sz="1800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lvl5pPr>
            <a:lvl6pPr>
              <a:defRPr sz="1800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lvl6pPr>
            <a:lvl7pPr>
              <a:defRPr sz="1800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lvl7pPr>
            <a:lvl8pPr>
              <a:defRPr sz="1800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lvl8pPr>
            <a:lvl9pPr>
              <a:defRPr sz="1800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800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02C38"/>
                </a:solidFill>
                <a:latin typeface="Arial"/>
                <a:ea typeface="Arial"/>
                <a:cs typeface="Arial"/>
              </a:rPr>
              <a:t>La prop onChoisir est une fonction. Son argument est le local choisi.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B35266E-1289-432C-915B-D67A8FDEA7FC}"/>
              </a:ext>
            </a:extLst>
          </p:cNvPr>
          <p:cNvSpPr>
            <a:spLocks noGrp="1"/>
          </p:cNvSpPr>
          <p:nvPr/>
        </p:nvSpPr>
        <p:spPr>
          <a:xfrm>
            <a:off x="11334750" y="6457950"/>
            <a:ext cx="523875" cy="2190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200" b="0">
                <a:solidFill>
                  <a:srgbClr val="4E6670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4E6670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4E6670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4E6670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4E6670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4E6670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4E6670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4E6670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4E6670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4E6670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200" b="0">
                <a:solidFill>
                  <a:srgbClr val="4E667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4E6670"/>
                </a:solidFill>
                <a:latin typeface="Arial"/>
                <a:ea typeface="Arial"/>
                <a:cs typeface="Arial"/>
              </a:rPr>
              <a:t>19</a:t>
            </a:r>
          </a:p>
        </p:txBody>
      </p:sp>
    </p:spTree>
    <p:extLst>
      <p:ext uri="{BB962C8B-B14F-4D97-AF65-F5344CB8AC3E}">
        <p14:creationId xmlns:p14="http://schemas.microsoft.com/office/powerpoint/2010/main" val="21072124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6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1F694468-D96E-4742-B27F-DB52065E5B30}"/>
              </a:ext>
            </a:extLst>
          </p:cNvPr>
          <p:cNvSpPr>
            <a:spLocks noGrp="1"/>
          </p:cNvSpPr>
          <p:nvPr/>
        </p:nvSpPr>
        <p:spPr>
          <a:xfrm>
            <a:off x="685800" y="352425"/>
            <a:ext cx="10763250" cy="2952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350" b="1">
                <a:solidFill>
                  <a:srgbClr val="087F75"/>
                </a:solidFill>
                <a:latin typeface="Arial"/>
                <a:ea typeface="Arial"/>
                <a:cs typeface="Arial"/>
              </a:defRPr>
            </a:defPPr>
            <a:lvl1pPr>
              <a:defRPr sz="1350" b="1">
                <a:solidFill>
                  <a:srgbClr val="087F75"/>
                </a:solidFill>
                <a:latin typeface="Arial"/>
                <a:ea typeface="Arial"/>
                <a:cs typeface="Arial"/>
              </a:defRPr>
            </a:lvl1pPr>
            <a:lvl2pPr>
              <a:defRPr sz="1350" b="1">
                <a:solidFill>
                  <a:srgbClr val="087F75"/>
                </a:solidFill>
                <a:latin typeface="Arial"/>
                <a:ea typeface="Arial"/>
                <a:cs typeface="Arial"/>
              </a:defRPr>
            </a:lvl2pPr>
            <a:lvl3pPr>
              <a:defRPr sz="1350" b="1">
                <a:solidFill>
                  <a:srgbClr val="087F75"/>
                </a:solidFill>
                <a:latin typeface="Arial"/>
                <a:ea typeface="Arial"/>
                <a:cs typeface="Arial"/>
              </a:defRPr>
            </a:lvl3pPr>
            <a:lvl4pPr>
              <a:defRPr sz="1350" b="1">
                <a:solidFill>
                  <a:srgbClr val="087F75"/>
                </a:solidFill>
                <a:latin typeface="Arial"/>
                <a:ea typeface="Arial"/>
                <a:cs typeface="Arial"/>
              </a:defRPr>
            </a:lvl4pPr>
            <a:lvl5pPr>
              <a:defRPr sz="1350" b="1">
                <a:solidFill>
                  <a:srgbClr val="087F75"/>
                </a:solidFill>
                <a:latin typeface="Arial"/>
                <a:ea typeface="Arial"/>
                <a:cs typeface="Arial"/>
              </a:defRPr>
            </a:lvl5pPr>
            <a:lvl6pPr>
              <a:defRPr sz="1350" b="1">
                <a:solidFill>
                  <a:srgbClr val="087F75"/>
                </a:solidFill>
                <a:latin typeface="Arial"/>
                <a:ea typeface="Arial"/>
                <a:cs typeface="Arial"/>
              </a:defRPr>
            </a:lvl6pPr>
            <a:lvl7pPr>
              <a:defRPr sz="1350" b="1">
                <a:solidFill>
                  <a:srgbClr val="087F75"/>
                </a:solidFill>
                <a:latin typeface="Arial"/>
                <a:ea typeface="Arial"/>
                <a:cs typeface="Arial"/>
              </a:defRPr>
            </a:lvl7pPr>
            <a:lvl8pPr>
              <a:defRPr sz="1350" b="1">
                <a:solidFill>
                  <a:srgbClr val="087F75"/>
                </a:solidFill>
                <a:latin typeface="Arial"/>
                <a:ea typeface="Arial"/>
                <a:cs typeface="Arial"/>
              </a:defRPr>
            </a:lvl8pPr>
            <a:lvl9pPr>
              <a:defRPr sz="1350" b="1">
                <a:solidFill>
                  <a:srgbClr val="087F75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350" b="1">
                <a:solidFill>
                  <a:srgbClr val="087F75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87F75"/>
                </a:solidFill>
                <a:latin typeface="Arial"/>
                <a:ea typeface="Arial"/>
                <a:cs typeface="Arial"/>
              </a:rPr>
              <a:t>EXERCICE · 7 MIN · EN BINÔME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78CDD6E-D92B-4926-8C06-DE88AFEBF33B}"/>
              </a:ext>
            </a:extLst>
          </p:cNvPr>
          <p:cNvSpPr>
            <a:spLocks noGrp="1"/>
          </p:cNvSpPr>
          <p:nvPr/>
        </p:nvSpPr>
        <p:spPr>
          <a:xfrm>
            <a:off x="685800" y="866775"/>
            <a:ext cx="10858500" cy="9144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3075" b="1">
                <a:solidFill>
                  <a:srgbClr val="102C38"/>
                </a:solidFill>
                <a:latin typeface="Arial"/>
                <a:ea typeface="Arial"/>
                <a:cs typeface="Arial"/>
              </a:defRPr>
            </a:defPPr>
            <a:lvl1pPr>
              <a:defRPr sz="3075" b="1">
                <a:solidFill>
                  <a:srgbClr val="102C38"/>
                </a:solidFill>
                <a:latin typeface="Arial"/>
                <a:ea typeface="Arial"/>
                <a:cs typeface="Arial"/>
              </a:defRPr>
            </a:lvl1pPr>
            <a:lvl2pPr>
              <a:defRPr sz="3075" b="1">
                <a:solidFill>
                  <a:srgbClr val="102C38"/>
                </a:solidFill>
                <a:latin typeface="Arial"/>
                <a:ea typeface="Arial"/>
                <a:cs typeface="Arial"/>
              </a:defRPr>
            </a:lvl2pPr>
            <a:lvl3pPr>
              <a:defRPr sz="3075" b="1">
                <a:solidFill>
                  <a:srgbClr val="102C38"/>
                </a:solidFill>
                <a:latin typeface="Arial"/>
                <a:ea typeface="Arial"/>
                <a:cs typeface="Arial"/>
              </a:defRPr>
            </a:lvl3pPr>
            <a:lvl4pPr>
              <a:defRPr sz="3075" b="1">
                <a:solidFill>
                  <a:srgbClr val="102C38"/>
                </a:solidFill>
                <a:latin typeface="Arial"/>
                <a:ea typeface="Arial"/>
                <a:cs typeface="Arial"/>
              </a:defRPr>
            </a:lvl4pPr>
            <a:lvl5pPr>
              <a:defRPr sz="3075" b="1">
                <a:solidFill>
                  <a:srgbClr val="102C38"/>
                </a:solidFill>
                <a:latin typeface="Arial"/>
                <a:ea typeface="Arial"/>
                <a:cs typeface="Arial"/>
              </a:defRPr>
            </a:lvl5pPr>
            <a:lvl6pPr>
              <a:defRPr sz="3075" b="1">
                <a:solidFill>
                  <a:srgbClr val="102C38"/>
                </a:solidFill>
                <a:latin typeface="Arial"/>
                <a:ea typeface="Arial"/>
                <a:cs typeface="Arial"/>
              </a:defRPr>
            </a:lvl6pPr>
            <a:lvl7pPr>
              <a:defRPr sz="3075" b="1">
                <a:solidFill>
                  <a:srgbClr val="102C38"/>
                </a:solidFill>
                <a:latin typeface="Arial"/>
                <a:ea typeface="Arial"/>
                <a:cs typeface="Arial"/>
              </a:defRPr>
            </a:lvl7pPr>
            <a:lvl8pPr>
              <a:defRPr sz="3075" b="1">
                <a:solidFill>
                  <a:srgbClr val="102C38"/>
                </a:solidFill>
                <a:latin typeface="Arial"/>
                <a:ea typeface="Arial"/>
                <a:cs typeface="Arial"/>
              </a:defRPr>
            </a:lvl8pPr>
            <a:lvl9pPr>
              <a:defRPr sz="3075" b="1">
                <a:solidFill>
                  <a:srgbClr val="102C38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3075" b="1">
                <a:solidFill>
                  <a:srgbClr val="102C38"/>
                </a:solidFill>
                <a:latin typeface="Arial"/>
                <a:ea typeface="Arial"/>
                <a:cs typeface="Arial"/>
              </a:defRPr>
            </a:pPr>
            <a:r>
              <a:rPr sz="3075" b="1">
                <a:solidFill>
                  <a:srgbClr val="102C38"/>
                </a:solidFill>
                <a:latin typeface="Arial"/>
                <a:ea typeface="Arial"/>
                <a:cs typeface="Arial"/>
              </a:rPr>
              <a:t>À vous : Partager la sélection avec le parent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60085B3-DE07-4B1C-ADAC-EC908905CD37}"/>
              </a:ext>
            </a:extLst>
          </p:cNvPr>
          <p:cNvSpPr>
            <a:spLocks noGrp="1"/>
          </p:cNvSpPr>
          <p:nvPr/>
        </p:nvSpPr>
        <p:spPr>
          <a:xfrm>
            <a:off x="723900" y="2000250"/>
            <a:ext cx="10763250" cy="9144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250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defPPr>
            <a:lvl1pPr>
              <a:defRPr sz="2250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lvl1pPr>
            <a:lvl2pPr>
              <a:defRPr sz="2250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lvl2pPr>
            <a:lvl3pPr>
              <a:defRPr sz="2250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lvl3pPr>
            <a:lvl4pPr>
              <a:defRPr sz="2250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lvl4pPr>
            <a:lvl5pPr>
              <a:defRPr sz="2250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lvl5pPr>
            <a:lvl6pPr>
              <a:defRPr sz="2250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lvl6pPr>
            <a:lvl7pPr>
              <a:defRPr sz="2250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lvl7pPr>
            <a:lvl8pPr>
              <a:defRPr sz="2250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lvl8pPr>
            <a:lvl9pPr>
              <a:defRPr sz="2250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2250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02C38"/>
                </a:solidFill>
                <a:latin typeface="Arial"/>
                <a:ea typeface="Arial"/>
                <a:cs typeface="Arial"/>
              </a:rPr>
              <a:t>Ajouter un résumé dans App : « Aucun local » au départ.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E60AC6A-4F68-4292-8460-511C5588CE31}"/>
              </a:ext>
            </a:extLst>
          </p:cNvPr>
          <p:cNvSpPr>
            <a:spLocks noGrp="1"/>
          </p:cNvSpPr>
          <p:nvPr/>
        </p:nvSpPr>
        <p:spPr>
          <a:xfrm>
            <a:off x="723900" y="2971800"/>
            <a:ext cx="10763250" cy="9144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250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defPPr>
            <a:lvl1pPr>
              <a:defRPr sz="2250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lvl1pPr>
            <a:lvl2pPr>
              <a:defRPr sz="2250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lvl2pPr>
            <a:lvl3pPr>
              <a:defRPr sz="2250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lvl3pPr>
            <a:lvl4pPr>
              <a:defRPr sz="2250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lvl4pPr>
            <a:lvl5pPr>
              <a:defRPr sz="2250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lvl5pPr>
            <a:lvl6pPr>
              <a:defRPr sz="2250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lvl6pPr>
            <a:lvl7pPr>
              <a:defRPr sz="2250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lvl7pPr>
            <a:lvl8pPr>
              <a:defRPr sz="2250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lvl8pPr>
            <a:lvl9pPr>
              <a:defRPr sz="2250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2250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02C38"/>
                </a:solidFill>
                <a:latin typeface="Arial"/>
                <a:ea typeface="Arial"/>
                <a:cs typeface="Arial"/>
              </a:rPr>
              <a:t>Au clic sur une fiche disponible, afficher son nom dans le résumé.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C99B9BF-767C-44B0-8EC6-F0FCEE9DF6CD}"/>
              </a:ext>
            </a:extLst>
          </p:cNvPr>
          <p:cNvSpPr>
            <a:spLocks noGrp="1"/>
          </p:cNvSpPr>
          <p:nvPr/>
        </p:nvSpPr>
        <p:spPr>
          <a:xfrm>
            <a:off x="723900" y="3943350"/>
            <a:ext cx="10763250" cy="9144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250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defPPr>
            <a:lvl1pPr>
              <a:defRPr sz="2250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lvl1pPr>
            <a:lvl2pPr>
              <a:defRPr sz="2250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lvl2pPr>
            <a:lvl3pPr>
              <a:defRPr sz="2250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lvl3pPr>
            <a:lvl4pPr>
              <a:defRPr sz="2250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lvl4pPr>
            <a:lvl5pPr>
              <a:defRPr sz="2250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lvl5pPr>
            <a:lvl6pPr>
              <a:defRPr sz="2250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lvl6pPr>
            <a:lvl7pPr>
              <a:defRPr sz="2250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lvl7pPr>
            <a:lvl8pPr>
              <a:defRPr sz="2250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lvl8pPr>
            <a:lvl9pPr>
              <a:defRPr sz="2250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2250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02C38"/>
                </a:solidFill>
                <a:latin typeface="Arial"/>
                <a:ea typeface="Arial"/>
                <a:cs typeface="Arial"/>
              </a:rPr>
              <a:t>Désactiver le bouton des locaux indisponibles.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85E9E8C-3064-49C7-A852-3D68570B2AF7}"/>
              </a:ext>
            </a:extLst>
          </p:cNvPr>
          <p:cNvSpPr>
            <a:spLocks noGrp="1"/>
          </p:cNvSpPr>
          <p:nvPr/>
        </p:nvSpPr>
        <p:spPr>
          <a:xfrm>
            <a:off x="11334750" y="6457950"/>
            <a:ext cx="523875" cy="2190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200" b="0">
                <a:solidFill>
                  <a:srgbClr val="4E6670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4E6670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4E6670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4E6670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4E6670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4E6670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4E6670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4E6670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4E6670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4E6670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200" b="0">
                <a:solidFill>
                  <a:srgbClr val="4E667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4E6670"/>
                </a:solidFill>
                <a:latin typeface="Arial"/>
                <a:ea typeface="Arial"/>
                <a:cs typeface="Arial"/>
              </a:rPr>
              <a:t>20</a:t>
            </a:r>
          </a:p>
        </p:txBody>
      </p:sp>
    </p:spTree>
    <p:extLst>
      <p:ext uri="{BB962C8B-B14F-4D97-AF65-F5344CB8AC3E}">
        <p14:creationId xmlns:p14="http://schemas.microsoft.com/office/powerpoint/2010/main" val="170449236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6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BB43E3BB-EDC0-4A69-9C09-E7E1EAA1CEBD}"/>
              </a:ext>
            </a:extLst>
          </p:cNvPr>
          <p:cNvSpPr>
            <a:spLocks noGrp="1"/>
          </p:cNvSpPr>
          <p:nvPr/>
        </p:nvSpPr>
        <p:spPr>
          <a:xfrm>
            <a:off x="685800" y="352425"/>
            <a:ext cx="10763250" cy="2952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350" b="1">
                <a:solidFill>
                  <a:srgbClr val="087F75"/>
                </a:solidFill>
                <a:latin typeface="Arial"/>
                <a:ea typeface="Arial"/>
                <a:cs typeface="Arial"/>
              </a:defRPr>
            </a:defPPr>
            <a:lvl1pPr>
              <a:defRPr sz="1350" b="1">
                <a:solidFill>
                  <a:srgbClr val="087F75"/>
                </a:solidFill>
                <a:latin typeface="Arial"/>
                <a:ea typeface="Arial"/>
                <a:cs typeface="Arial"/>
              </a:defRPr>
            </a:lvl1pPr>
            <a:lvl2pPr>
              <a:defRPr sz="1350" b="1">
                <a:solidFill>
                  <a:srgbClr val="087F75"/>
                </a:solidFill>
                <a:latin typeface="Arial"/>
                <a:ea typeface="Arial"/>
                <a:cs typeface="Arial"/>
              </a:defRPr>
            </a:lvl2pPr>
            <a:lvl3pPr>
              <a:defRPr sz="1350" b="1">
                <a:solidFill>
                  <a:srgbClr val="087F75"/>
                </a:solidFill>
                <a:latin typeface="Arial"/>
                <a:ea typeface="Arial"/>
                <a:cs typeface="Arial"/>
              </a:defRPr>
            </a:lvl3pPr>
            <a:lvl4pPr>
              <a:defRPr sz="1350" b="1">
                <a:solidFill>
                  <a:srgbClr val="087F75"/>
                </a:solidFill>
                <a:latin typeface="Arial"/>
                <a:ea typeface="Arial"/>
                <a:cs typeface="Arial"/>
              </a:defRPr>
            </a:lvl4pPr>
            <a:lvl5pPr>
              <a:defRPr sz="1350" b="1">
                <a:solidFill>
                  <a:srgbClr val="087F75"/>
                </a:solidFill>
                <a:latin typeface="Arial"/>
                <a:ea typeface="Arial"/>
                <a:cs typeface="Arial"/>
              </a:defRPr>
            </a:lvl5pPr>
            <a:lvl6pPr>
              <a:defRPr sz="1350" b="1">
                <a:solidFill>
                  <a:srgbClr val="087F75"/>
                </a:solidFill>
                <a:latin typeface="Arial"/>
                <a:ea typeface="Arial"/>
                <a:cs typeface="Arial"/>
              </a:defRPr>
            </a:lvl6pPr>
            <a:lvl7pPr>
              <a:defRPr sz="1350" b="1">
                <a:solidFill>
                  <a:srgbClr val="087F75"/>
                </a:solidFill>
                <a:latin typeface="Arial"/>
                <a:ea typeface="Arial"/>
                <a:cs typeface="Arial"/>
              </a:defRPr>
            </a:lvl7pPr>
            <a:lvl8pPr>
              <a:defRPr sz="1350" b="1">
                <a:solidFill>
                  <a:srgbClr val="087F75"/>
                </a:solidFill>
                <a:latin typeface="Arial"/>
                <a:ea typeface="Arial"/>
                <a:cs typeface="Arial"/>
              </a:defRPr>
            </a:lvl8pPr>
            <a:lvl9pPr>
              <a:defRPr sz="1350" b="1">
                <a:solidFill>
                  <a:srgbClr val="087F75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350" b="1">
                <a:solidFill>
                  <a:srgbClr val="087F75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87F75"/>
                </a:solidFill>
                <a:latin typeface="Arial"/>
                <a:ea typeface="Arial"/>
                <a:cs typeface="Arial"/>
              </a:rPr>
              <a:t>CORRIGÉ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1B8741B-0710-46A6-BC5E-228561F087DA}"/>
              </a:ext>
            </a:extLst>
          </p:cNvPr>
          <p:cNvSpPr>
            <a:spLocks noGrp="1"/>
          </p:cNvSpPr>
          <p:nvPr/>
        </p:nvSpPr>
        <p:spPr>
          <a:xfrm>
            <a:off x="685800" y="866775"/>
            <a:ext cx="10858500" cy="9144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3075" b="1">
                <a:solidFill>
                  <a:srgbClr val="102C38"/>
                </a:solidFill>
                <a:latin typeface="Arial"/>
                <a:ea typeface="Arial"/>
                <a:cs typeface="Arial"/>
              </a:defRPr>
            </a:defPPr>
            <a:lvl1pPr>
              <a:defRPr sz="3075" b="1">
                <a:solidFill>
                  <a:srgbClr val="102C38"/>
                </a:solidFill>
                <a:latin typeface="Arial"/>
                <a:ea typeface="Arial"/>
                <a:cs typeface="Arial"/>
              </a:defRPr>
            </a:lvl1pPr>
            <a:lvl2pPr>
              <a:defRPr sz="3075" b="1">
                <a:solidFill>
                  <a:srgbClr val="102C38"/>
                </a:solidFill>
                <a:latin typeface="Arial"/>
                <a:ea typeface="Arial"/>
                <a:cs typeface="Arial"/>
              </a:defRPr>
            </a:lvl2pPr>
            <a:lvl3pPr>
              <a:defRPr sz="3075" b="1">
                <a:solidFill>
                  <a:srgbClr val="102C38"/>
                </a:solidFill>
                <a:latin typeface="Arial"/>
                <a:ea typeface="Arial"/>
                <a:cs typeface="Arial"/>
              </a:defRPr>
            </a:lvl3pPr>
            <a:lvl4pPr>
              <a:defRPr sz="3075" b="1">
                <a:solidFill>
                  <a:srgbClr val="102C38"/>
                </a:solidFill>
                <a:latin typeface="Arial"/>
                <a:ea typeface="Arial"/>
                <a:cs typeface="Arial"/>
              </a:defRPr>
            </a:lvl4pPr>
            <a:lvl5pPr>
              <a:defRPr sz="3075" b="1">
                <a:solidFill>
                  <a:srgbClr val="102C38"/>
                </a:solidFill>
                <a:latin typeface="Arial"/>
                <a:ea typeface="Arial"/>
                <a:cs typeface="Arial"/>
              </a:defRPr>
            </a:lvl5pPr>
            <a:lvl6pPr>
              <a:defRPr sz="3075" b="1">
                <a:solidFill>
                  <a:srgbClr val="102C38"/>
                </a:solidFill>
                <a:latin typeface="Arial"/>
                <a:ea typeface="Arial"/>
                <a:cs typeface="Arial"/>
              </a:defRPr>
            </a:lvl6pPr>
            <a:lvl7pPr>
              <a:defRPr sz="3075" b="1">
                <a:solidFill>
                  <a:srgbClr val="102C38"/>
                </a:solidFill>
                <a:latin typeface="Arial"/>
                <a:ea typeface="Arial"/>
                <a:cs typeface="Arial"/>
              </a:defRPr>
            </a:lvl7pPr>
            <a:lvl8pPr>
              <a:defRPr sz="3075" b="1">
                <a:solidFill>
                  <a:srgbClr val="102C38"/>
                </a:solidFill>
                <a:latin typeface="Arial"/>
                <a:ea typeface="Arial"/>
                <a:cs typeface="Arial"/>
              </a:defRPr>
            </a:lvl8pPr>
            <a:lvl9pPr>
              <a:defRPr sz="3075" b="1">
                <a:solidFill>
                  <a:srgbClr val="102C38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3075" b="1">
                <a:solidFill>
                  <a:srgbClr val="102C38"/>
                </a:solidFill>
                <a:latin typeface="Arial"/>
                <a:ea typeface="Arial"/>
                <a:cs typeface="Arial"/>
              </a:defRPr>
            </a:pPr>
            <a:r>
              <a:rPr sz="3075" b="1">
                <a:solidFill>
                  <a:srgbClr val="102C38"/>
                </a:solidFill>
                <a:latin typeface="Arial"/>
                <a:ea typeface="Arial"/>
                <a:cs typeface="Arial"/>
              </a:rPr>
              <a:t>Correction : Partager la sélection avec le parent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A480FC7-58A4-426A-A217-7A02738877C9}"/>
              </a:ext>
            </a:extLst>
          </p:cNvPr>
          <p:cNvSpPr>
            <a:spLocks noGrp="1"/>
          </p:cNvSpPr>
          <p:nvPr/>
        </p:nvSpPr>
        <p:spPr>
          <a:xfrm>
            <a:off x="723900" y="1943100"/>
            <a:ext cx="10668000" cy="15525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>
              <a:defRPr sz="1950" b="0">
                <a:solidFill>
                  <a:srgbClr val="087F75"/>
                </a:solidFill>
                <a:latin typeface="Consolas"/>
                <a:ea typeface="Consolas"/>
                <a:cs typeface="Consolas"/>
              </a:defRPr>
            </a:defPPr>
            <a:lvl1pPr>
              <a:defRPr sz="1950" b="0">
                <a:solidFill>
                  <a:srgbClr val="087F75"/>
                </a:solidFill>
                <a:latin typeface="Consolas"/>
                <a:ea typeface="Consolas"/>
                <a:cs typeface="Consolas"/>
              </a:defRPr>
            </a:lvl1pPr>
            <a:lvl2pPr>
              <a:defRPr sz="1950" b="0">
                <a:solidFill>
                  <a:srgbClr val="087F75"/>
                </a:solidFill>
                <a:latin typeface="Consolas"/>
                <a:ea typeface="Consolas"/>
                <a:cs typeface="Consolas"/>
              </a:defRPr>
            </a:lvl2pPr>
            <a:lvl3pPr>
              <a:defRPr sz="1950" b="0">
                <a:solidFill>
                  <a:srgbClr val="087F75"/>
                </a:solidFill>
                <a:latin typeface="Consolas"/>
                <a:ea typeface="Consolas"/>
                <a:cs typeface="Consolas"/>
              </a:defRPr>
            </a:lvl3pPr>
            <a:lvl4pPr>
              <a:defRPr sz="1950" b="0">
                <a:solidFill>
                  <a:srgbClr val="087F75"/>
                </a:solidFill>
                <a:latin typeface="Consolas"/>
                <a:ea typeface="Consolas"/>
                <a:cs typeface="Consolas"/>
              </a:defRPr>
            </a:lvl4pPr>
            <a:lvl5pPr>
              <a:defRPr sz="1950" b="0">
                <a:solidFill>
                  <a:srgbClr val="087F75"/>
                </a:solidFill>
                <a:latin typeface="Consolas"/>
                <a:ea typeface="Consolas"/>
                <a:cs typeface="Consolas"/>
              </a:defRPr>
            </a:lvl5pPr>
            <a:lvl6pPr>
              <a:defRPr sz="1950" b="0">
                <a:solidFill>
                  <a:srgbClr val="087F75"/>
                </a:solidFill>
                <a:latin typeface="Consolas"/>
                <a:ea typeface="Consolas"/>
                <a:cs typeface="Consolas"/>
              </a:defRPr>
            </a:lvl6pPr>
            <a:lvl7pPr>
              <a:defRPr sz="1950" b="0">
                <a:solidFill>
                  <a:srgbClr val="087F75"/>
                </a:solidFill>
                <a:latin typeface="Consolas"/>
                <a:ea typeface="Consolas"/>
                <a:cs typeface="Consolas"/>
              </a:defRPr>
            </a:lvl7pPr>
            <a:lvl8pPr>
              <a:defRPr sz="1950" b="0">
                <a:solidFill>
                  <a:srgbClr val="087F75"/>
                </a:solidFill>
                <a:latin typeface="Consolas"/>
                <a:ea typeface="Consolas"/>
                <a:cs typeface="Consolas"/>
              </a:defRPr>
            </a:lvl8pPr>
            <a:lvl9pPr>
              <a:defRPr sz="1950" b="0">
                <a:solidFill>
                  <a:srgbClr val="087F75"/>
                </a:solidFill>
                <a:latin typeface="Consolas"/>
                <a:ea typeface="Consolas"/>
                <a:cs typeface="Consolas"/>
              </a:defRPr>
            </a:lvl9pPr>
          </a:lstStyle>
          <a:p>
            <a:pPr>
              <a:defRPr sz="1950" b="0">
                <a:solidFill>
                  <a:srgbClr val="087F75"/>
                </a:solidFill>
                <a:latin typeface="Consolas"/>
                <a:ea typeface="Consolas"/>
                <a:cs typeface="Consolas"/>
              </a:defRPr>
            </a:pPr>
            <a:r>
              <a:rPr sz="1950" b="0">
                <a:solidFill>
                  <a:srgbClr val="087F75"/>
                </a:solidFill>
                <a:latin typeface="Consolas"/>
                <a:ea typeface="Consolas"/>
                <a:cs typeface="Consolas"/>
              </a:rPr>
              <a:t>// Dans CarteLocal</a:t>
            </a:r>
          </a:p>
          <a:p>
            <a:pPr>
              <a:defRPr sz="1950" b="0">
                <a:solidFill>
                  <a:srgbClr val="087F75"/>
                </a:solidFill>
                <a:latin typeface="Consolas"/>
                <a:ea typeface="Consolas"/>
                <a:cs typeface="Consolas"/>
              </a:defRPr>
            </a:pPr>
            <a:r>
              <a:rPr sz="1950" b="0">
                <a:solidFill>
                  <a:srgbClr val="087F75"/>
                </a:solidFill>
                <a:latin typeface="Consolas"/>
                <a:ea typeface="Consolas"/>
                <a:cs typeface="Consolas"/>
              </a:rPr>
              <a:t>&lt;button disabled={!local.disponible}</a:t>
            </a:r>
          </a:p>
          <a:p>
            <a:pPr>
              <a:defRPr sz="1950" b="0">
                <a:solidFill>
                  <a:srgbClr val="087F75"/>
                </a:solidFill>
                <a:latin typeface="Consolas"/>
                <a:ea typeface="Consolas"/>
                <a:cs typeface="Consolas"/>
              </a:defRPr>
            </a:pPr>
            <a:r>
              <a:rPr sz="1950" b="0">
                <a:solidFill>
                  <a:srgbClr val="087F75"/>
                </a:solidFill>
                <a:latin typeface="Consolas"/>
                <a:ea typeface="Consolas"/>
                <a:cs typeface="Consolas"/>
              </a:rPr>
              <a:t>  onClick={() =&gt; onChoisir(local)}&gt;Choisir&lt;/button&gt;</a:t>
            </a:r>
          </a:p>
          <a:p>
            <a:pPr>
              <a:defRPr sz="1950" b="0">
                <a:solidFill>
                  <a:srgbClr val="087F75"/>
                </a:solidFill>
                <a:latin typeface="Consolas"/>
                <a:ea typeface="Consolas"/>
                <a:cs typeface="Consolas"/>
              </a:defRPr>
            </a:pPr>
            <a:r>
              <a:rPr sz="1950" b="0">
                <a:solidFill>
                  <a:srgbClr val="087F75"/>
                </a:solidFill>
                <a:latin typeface="Consolas"/>
                <a:ea typeface="Consolas"/>
                <a:cs typeface="Consolas"/>
              </a:rPr>
              <a:t>// Dans App</a:t>
            </a:r>
          </a:p>
          <a:p>
            <a:pPr>
              <a:defRPr sz="1950" b="0">
                <a:solidFill>
                  <a:srgbClr val="087F75"/>
                </a:solidFill>
                <a:latin typeface="Consolas"/>
                <a:ea typeface="Consolas"/>
                <a:cs typeface="Consolas"/>
              </a:defRPr>
            </a:pPr>
            <a:r>
              <a:rPr sz="1950" b="0">
                <a:solidFill>
                  <a:srgbClr val="087F75"/>
                </a:solidFill>
                <a:latin typeface="Consolas"/>
                <a:ea typeface="Consolas"/>
                <a:cs typeface="Consolas"/>
              </a:rPr>
              <a:t>&lt;p&gt;{selection ? selection.nom : "Aucun local"}&lt;/p&gt;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98E07EC-BB04-4C9F-BDFF-92CABB14C7B7}"/>
              </a:ext>
            </a:extLst>
          </p:cNvPr>
          <p:cNvSpPr>
            <a:spLocks noGrp="1"/>
          </p:cNvSpPr>
          <p:nvPr/>
        </p:nvSpPr>
        <p:spPr>
          <a:xfrm>
            <a:off x="723900" y="3619500"/>
            <a:ext cx="10572750" cy="5619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800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defPPr>
            <a:lvl1pPr>
              <a:defRPr sz="1800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lvl1pPr>
            <a:lvl2pPr>
              <a:defRPr sz="1800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lvl2pPr>
            <a:lvl3pPr>
              <a:defRPr sz="1800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lvl3pPr>
            <a:lvl4pPr>
              <a:defRPr sz="1800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lvl4pPr>
            <a:lvl5pPr>
              <a:defRPr sz="1800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lvl5pPr>
            <a:lvl6pPr>
              <a:defRPr sz="1800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lvl6pPr>
            <a:lvl7pPr>
              <a:defRPr sz="1800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lvl7pPr>
            <a:lvl8pPr>
              <a:defRPr sz="1800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lvl8pPr>
            <a:lvl9pPr>
              <a:defRPr sz="1800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800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02C38"/>
                </a:solidFill>
                <a:latin typeface="Arial"/>
                <a:ea typeface="Arial"/>
                <a:cs typeface="Arial"/>
              </a:rPr>
              <a:t>Le résumé change car App reçoit une mise à jour d’état. Ne pas appeler le setter pendant le rendu.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24FA70B-0C4B-4CAB-AE67-FA167884FDB3}"/>
              </a:ext>
            </a:extLst>
          </p:cNvPr>
          <p:cNvSpPr>
            <a:spLocks noGrp="1"/>
          </p:cNvSpPr>
          <p:nvPr/>
        </p:nvSpPr>
        <p:spPr>
          <a:xfrm>
            <a:off x="11334750" y="6457950"/>
            <a:ext cx="523875" cy="2190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200" b="0">
                <a:solidFill>
                  <a:srgbClr val="4E6670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4E6670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4E6670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4E6670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4E6670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4E6670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4E6670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4E6670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4E6670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4E6670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200" b="0">
                <a:solidFill>
                  <a:srgbClr val="4E667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4E6670"/>
                </a:solidFill>
                <a:latin typeface="Arial"/>
                <a:ea typeface="Arial"/>
                <a:cs typeface="Arial"/>
              </a:rPr>
              <a:t>21</a:t>
            </a:r>
          </a:p>
        </p:txBody>
      </p:sp>
    </p:spTree>
    <p:extLst>
      <p:ext uri="{BB962C8B-B14F-4D97-AF65-F5344CB8AC3E}">
        <p14:creationId xmlns:p14="http://schemas.microsoft.com/office/powerpoint/2010/main" val="191467448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6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F790C5DF-6DF2-4646-9B9F-28BF0AD561BA}"/>
              </a:ext>
            </a:extLst>
          </p:cNvPr>
          <p:cNvSpPr>
            <a:spLocks noGrp="1"/>
          </p:cNvSpPr>
          <p:nvPr/>
        </p:nvSpPr>
        <p:spPr>
          <a:xfrm>
            <a:off x="685800" y="352425"/>
            <a:ext cx="10763250" cy="2952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350" b="1">
                <a:solidFill>
                  <a:srgbClr val="087F75"/>
                </a:solidFill>
                <a:latin typeface="Arial"/>
                <a:ea typeface="Arial"/>
                <a:cs typeface="Arial"/>
              </a:defRPr>
            </a:defPPr>
            <a:lvl1pPr>
              <a:defRPr sz="1350" b="1">
                <a:solidFill>
                  <a:srgbClr val="087F75"/>
                </a:solidFill>
                <a:latin typeface="Arial"/>
                <a:ea typeface="Arial"/>
                <a:cs typeface="Arial"/>
              </a:defRPr>
            </a:lvl1pPr>
            <a:lvl2pPr>
              <a:defRPr sz="1350" b="1">
                <a:solidFill>
                  <a:srgbClr val="087F75"/>
                </a:solidFill>
                <a:latin typeface="Arial"/>
                <a:ea typeface="Arial"/>
                <a:cs typeface="Arial"/>
              </a:defRPr>
            </a:lvl2pPr>
            <a:lvl3pPr>
              <a:defRPr sz="1350" b="1">
                <a:solidFill>
                  <a:srgbClr val="087F75"/>
                </a:solidFill>
                <a:latin typeface="Arial"/>
                <a:ea typeface="Arial"/>
                <a:cs typeface="Arial"/>
              </a:defRPr>
            </a:lvl3pPr>
            <a:lvl4pPr>
              <a:defRPr sz="1350" b="1">
                <a:solidFill>
                  <a:srgbClr val="087F75"/>
                </a:solidFill>
                <a:latin typeface="Arial"/>
                <a:ea typeface="Arial"/>
                <a:cs typeface="Arial"/>
              </a:defRPr>
            </a:lvl4pPr>
            <a:lvl5pPr>
              <a:defRPr sz="1350" b="1">
                <a:solidFill>
                  <a:srgbClr val="087F75"/>
                </a:solidFill>
                <a:latin typeface="Arial"/>
                <a:ea typeface="Arial"/>
                <a:cs typeface="Arial"/>
              </a:defRPr>
            </a:lvl5pPr>
            <a:lvl6pPr>
              <a:defRPr sz="1350" b="1">
                <a:solidFill>
                  <a:srgbClr val="087F75"/>
                </a:solidFill>
                <a:latin typeface="Arial"/>
                <a:ea typeface="Arial"/>
                <a:cs typeface="Arial"/>
              </a:defRPr>
            </a:lvl6pPr>
            <a:lvl7pPr>
              <a:defRPr sz="1350" b="1">
                <a:solidFill>
                  <a:srgbClr val="087F75"/>
                </a:solidFill>
                <a:latin typeface="Arial"/>
                <a:ea typeface="Arial"/>
                <a:cs typeface="Arial"/>
              </a:defRPr>
            </a:lvl7pPr>
            <a:lvl8pPr>
              <a:defRPr sz="1350" b="1">
                <a:solidFill>
                  <a:srgbClr val="087F75"/>
                </a:solidFill>
                <a:latin typeface="Arial"/>
                <a:ea typeface="Arial"/>
                <a:cs typeface="Arial"/>
              </a:defRPr>
            </a:lvl8pPr>
            <a:lvl9pPr>
              <a:defRPr sz="1350" b="1">
                <a:solidFill>
                  <a:srgbClr val="087F75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350" b="1">
                <a:solidFill>
                  <a:srgbClr val="087F75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87F75"/>
                </a:solidFill>
                <a:latin typeface="Arial"/>
                <a:ea typeface="Arial"/>
                <a:cs typeface="Arial"/>
              </a:rPr>
              <a:t>TP · 14 MIN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2B73996-33A2-4FDB-93FB-2AEE1B805A19}"/>
              </a:ext>
            </a:extLst>
          </p:cNvPr>
          <p:cNvSpPr>
            <a:spLocks noGrp="1"/>
          </p:cNvSpPr>
          <p:nvPr/>
        </p:nvSpPr>
        <p:spPr>
          <a:xfrm>
            <a:off x="685800" y="866775"/>
            <a:ext cx="10858500" cy="9144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3075" b="1">
                <a:solidFill>
                  <a:srgbClr val="102C38"/>
                </a:solidFill>
                <a:latin typeface="Arial"/>
                <a:ea typeface="Arial"/>
                <a:cs typeface="Arial"/>
              </a:defRPr>
            </a:defPPr>
            <a:lvl1pPr>
              <a:defRPr sz="3075" b="1">
                <a:solidFill>
                  <a:srgbClr val="102C38"/>
                </a:solidFill>
                <a:latin typeface="Arial"/>
                <a:ea typeface="Arial"/>
                <a:cs typeface="Arial"/>
              </a:defRPr>
            </a:lvl1pPr>
            <a:lvl2pPr>
              <a:defRPr sz="3075" b="1">
                <a:solidFill>
                  <a:srgbClr val="102C38"/>
                </a:solidFill>
                <a:latin typeface="Arial"/>
                <a:ea typeface="Arial"/>
                <a:cs typeface="Arial"/>
              </a:defRPr>
            </a:lvl2pPr>
            <a:lvl3pPr>
              <a:defRPr sz="3075" b="1">
                <a:solidFill>
                  <a:srgbClr val="102C38"/>
                </a:solidFill>
                <a:latin typeface="Arial"/>
                <a:ea typeface="Arial"/>
                <a:cs typeface="Arial"/>
              </a:defRPr>
            </a:lvl3pPr>
            <a:lvl4pPr>
              <a:defRPr sz="3075" b="1">
                <a:solidFill>
                  <a:srgbClr val="102C38"/>
                </a:solidFill>
                <a:latin typeface="Arial"/>
                <a:ea typeface="Arial"/>
                <a:cs typeface="Arial"/>
              </a:defRPr>
            </a:lvl4pPr>
            <a:lvl5pPr>
              <a:defRPr sz="3075" b="1">
                <a:solidFill>
                  <a:srgbClr val="102C38"/>
                </a:solidFill>
                <a:latin typeface="Arial"/>
                <a:ea typeface="Arial"/>
                <a:cs typeface="Arial"/>
              </a:defRPr>
            </a:lvl5pPr>
            <a:lvl6pPr>
              <a:defRPr sz="3075" b="1">
                <a:solidFill>
                  <a:srgbClr val="102C38"/>
                </a:solidFill>
                <a:latin typeface="Arial"/>
                <a:ea typeface="Arial"/>
                <a:cs typeface="Arial"/>
              </a:defRPr>
            </a:lvl6pPr>
            <a:lvl7pPr>
              <a:defRPr sz="3075" b="1">
                <a:solidFill>
                  <a:srgbClr val="102C38"/>
                </a:solidFill>
                <a:latin typeface="Arial"/>
                <a:ea typeface="Arial"/>
                <a:cs typeface="Arial"/>
              </a:defRPr>
            </a:lvl7pPr>
            <a:lvl8pPr>
              <a:defRPr sz="3075" b="1">
                <a:solidFill>
                  <a:srgbClr val="102C38"/>
                </a:solidFill>
                <a:latin typeface="Arial"/>
                <a:ea typeface="Arial"/>
                <a:cs typeface="Arial"/>
              </a:defRPr>
            </a:lvl8pPr>
            <a:lvl9pPr>
              <a:defRPr sz="3075" b="1">
                <a:solidFill>
                  <a:srgbClr val="102C38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3075" b="1">
                <a:solidFill>
                  <a:srgbClr val="102C38"/>
                </a:solidFill>
                <a:latin typeface="Arial"/>
                <a:ea typeface="Arial"/>
                <a:cs typeface="Arial"/>
              </a:defRPr>
            </a:pPr>
            <a:r>
              <a:rPr sz="3075" b="1">
                <a:solidFill>
                  <a:srgbClr val="102C38"/>
                </a:solidFill>
                <a:latin typeface="Arial"/>
                <a:ea typeface="Arial"/>
                <a:cs typeface="Arial"/>
              </a:rPr>
              <a:t>TP : application au projet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84FDF53-206C-4963-85FB-B6E4F59EF34A}"/>
              </a:ext>
            </a:extLst>
          </p:cNvPr>
          <p:cNvSpPr>
            <a:spLocks noGrp="1"/>
          </p:cNvSpPr>
          <p:nvPr/>
        </p:nvSpPr>
        <p:spPr>
          <a:xfrm>
            <a:off x="723900" y="2000250"/>
            <a:ext cx="10763250" cy="9144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250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defPPr>
            <a:lvl1pPr>
              <a:defRPr sz="2250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lvl1pPr>
            <a:lvl2pPr>
              <a:defRPr sz="2250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lvl2pPr>
            <a:lvl3pPr>
              <a:defRPr sz="2250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lvl3pPr>
            <a:lvl4pPr>
              <a:defRPr sz="2250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lvl4pPr>
            <a:lvl5pPr>
              <a:defRPr sz="2250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lvl5pPr>
            <a:lvl6pPr>
              <a:defRPr sz="2250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lvl6pPr>
            <a:lvl7pPr>
              <a:defRPr sz="2250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lvl7pPr>
            <a:lvl8pPr>
              <a:defRPr sz="2250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lvl8pPr>
            <a:lvl9pPr>
              <a:defRPr sz="2250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2250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02C38"/>
                </a:solidFill>
                <a:latin typeface="Arial"/>
                <a:ea typeface="Arial"/>
                <a:cs typeface="Arial"/>
              </a:rPr>
              <a:t>Dans App : filtre des disponibilités et sélection commune.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07EEB45-4723-4964-A9C4-919501D61A8D}"/>
              </a:ext>
            </a:extLst>
          </p:cNvPr>
          <p:cNvSpPr>
            <a:spLocks noGrp="1"/>
          </p:cNvSpPr>
          <p:nvPr/>
        </p:nvSpPr>
        <p:spPr>
          <a:xfrm>
            <a:off x="723900" y="2971800"/>
            <a:ext cx="10763250" cy="9144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250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defPPr>
            <a:lvl1pPr>
              <a:defRPr sz="2250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lvl1pPr>
            <a:lvl2pPr>
              <a:defRPr sz="2250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lvl2pPr>
            <a:lvl3pPr>
              <a:defRPr sz="2250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lvl3pPr>
            <a:lvl4pPr>
              <a:defRPr sz="2250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lvl4pPr>
            <a:lvl5pPr>
              <a:defRPr sz="2250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lvl5pPr>
            <a:lvl6pPr>
              <a:defRPr sz="2250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lvl6pPr>
            <a:lvl7pPr>
              <a:defRPr sz="2250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lvl7pPr>
            <a:lvl8pPr>
              <a:defRPr sz="2250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lvl8pPr>
            <a:lvl9pPr>
              <a:defRPr sz="2250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2250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02C38"/>
                </a:solidFill>
                <a:latin typeface="Arial"/>
                <a:ea typeface="Arial"/>
                <a:cs typeface="Arial"/>
              </a:rPr>
              <a:t>Dans chaque CarteLocal : bouton Choisir et callback.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59D2682-E784-4029-B079-6125BD8C4ED5}"/>
              </a:ext>
            </a:extLst>
          </p:cNvPr>
          <p:cNvSpPr>
            <a:spLocks noGrp="1"/>
          </p:cNvSpPr>
          <p:nvPr/>
        </p:nvSpPr>
        <p:spPr>
          <a:xfrm>
            <a:off x="723900" y="3943350"/>
            <a:ext cx="10763250" cy="9144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250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defPPr>
            <a:lvl1pPr>
              <a:defRPr sz="2250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lvl1pPr>
            <a:lvl2pPr>
              <a:defRPr sz="2250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lvl2pPr>
            <a:lvl3pPr>
              <a:defRPr sz="2250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lvl3pPr>
            <a:lvl4pPr>
              <a:defRPr sz="2250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lvl4pPr>
            <a:lvl5pPr>
              <a:defRPr sz="2250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lvl5pPr>
            <a:lvl6pPr>
              <a:defRPr sz="2250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lvl6pPr>
            <a:lvl7pPr>
              <a:defRPr sz="2250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lvl7pPr>
            <a:lvl8pPr>
              <a:defRPr sz="2250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lvl8pPr>
            <a:lvl9pPr>
              <a:defRPr sz="2250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2250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02C38"/>
                </a:solidFill>
                <a:latin typeface="Arial"/>
                <a:ea typeface="Arial"/>
                <a:cs typeface="Arial"/>
              </a:rPr>
              <a:t>Dans le résumé : durée, total et bouton + / −.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F7D92D6-20AA-4DCF-88ED-50179441C563}"/>
              </a:ext>
            </a:extLst>
          </p:cNvPr>
          <p:cNvSpPr>
            <a:spLocks noGrp="1"/>
          </p:cNvSpPr>
          <p:nvPr/>
        </p:nvSpPr>
        <p:spPr>
          <a:xfrm>
            <a:off x="723900" y="4914900"/>
            <a:ext cx="10763250" cy="9144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250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defPPr>
            <a:lvl1pPr>
              <a:defRPr sz="2250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lvl1pPr>
            <a:lvl2pPr>
              <a:defRPr sz="2250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lvl2pPr>
            <a:lvl3pPr>
              <a:defRPr sz="2250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lvl3pPr>
            <a:lvl4pPr>
              <a:defRPr sz="2250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lvl4pPr>
            <a:lvl5pPr>
              <a:defRPr sz="2250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lvl5pPr>
            <a:lvl6pPr>
              <a:defRPr sz="2250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lvl6pPr>
            <a:lvl7pPr>
              <a:defRPr sz="2250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lvl7pPr>
            <a:lvl8pPr>
              <a:defRPr sz="2250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lvl8pPr>
            <a:lvl9pPr>
              <a:defRPr sz="2250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2250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02C38"/>
                </a:solidFill>
                <a:latin typeface="Arial"/>
                <a:ea typeface="Arial"/>
                <a:cs typeface="Arial"/>
              </a:rPr>
              <a:t>Importez useState. Utilisez les trois locaux de la séance 2.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5892A61-0DAC-4DFE-B653-961DCF581E83}"/>
              </a:ext>
            </a:extLst>
          </p:cNvPr>
          <p:cNvSpPr>
            <a:spLocks noGrp="1"/>
          </p:cNvSpPr>
          <p:nvPr/>
        </p:nvSpPr>
        <p:spPr>
          <a:xfrm>
            <a:off x="11334750" y="6457950"/>
            <a:ext cx="523875" cy="2190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200" b="0">
                <a:solidFill>
                  <a:srgbClr val="4E6670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4E6670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4E6670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4E6670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4E6670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4E6670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4E6670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4E6670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4E6670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4E6670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200" b="0">
                <a:solidFill>
                  <a:srgbClr val="4E667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4E6670"/>
                </a:solidFill>
                <a:latin typeface="Arial"/>
                <a:ea typeface="Arial"/>
                <a:cs typeface="Arial"/>
              </a:rPr>
              <a:t>22</a:t>
            </a:r>
          </a:p>
        </p:txBody>
      </p:sp>
    </p:spTree>
    <p:extLst>
      <p:ext uri="{BB962C8B-B14F-4D97-AF65-F5344CB8AC3E}">
        <p14:creationId xmlns:p14="http://schemas.microsoft.com/office/powerpoint/2010/main" val="112402397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6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E9075E78-38E3-4443-AA2E-F25C23D395C5}"/>
              </a:ext>
            </a:extLst>
          </p:cNvPr>
          <p:cNvSpPr>
            <a:spLocks noGrp="1"/>
          </p:cNvSpPr>
          <p:nvPr/>
        </p:nvSpPr>
        <p:spPr>
          <a:xfrm>
            <a:off x="685800" y="352425"/>
            <a:ext cx="10763250" cy="2952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350" b="1">
                <a:solidFill>
                  <a:srgbClr val="087F75"/>
                </a:solidFill>
                <a:latin typeface="Arial"/>
                <a:ea typeface="Arial"/>
                <a:cs typeface="Arial"/>
              </a:defRPr>
            </a:defPPr>
            <a:lvl1pPr>
              <a:defRPr sz="1350" b="1">
                <a:solidFill>
                  <a:srgbClr val="087F75"/>
                </a:solidFill>
                <a:latin typeface="Arial"/>
                <a:ea typeface="Arial"/>
                <a:cs typeface="Arial"/>
              </a:defRPr>
            </a:lvl1pPr>
            <a:lvl2pPr>
              <a:defRPr sz="1350" b="1">
                <a:solidFill>
                  <a:srgbClr val="087F75"/>
                </a:solidFill>
                <a:latin typeface="Arial"/>
                <a:ea typeface="Arial"/>
                <a:cs typeface="Arial"/>
              </a:defRPr>
            </a:lvl2pPr>
            <a:lvl3pPr>
              <a:defRPr sz="1350" b="1">
                <a:solidFill>
                  <a:srgbClr val="087F75"/>
                </a:solidFill>
                <a:latin typeface="Arial"/>
                <a:ea typeface="Arial"/>
                <a:cs typeface="Arial"/>
              </a:defRPr>
            </a:lvl3pPr>
            <a:lvl4pPr>
              <a:defRPr sz="1350" b="1">
                <a:solidFill>
                  <a:srgbClr val="087F75"/>
                </a:solidFill>
                <a:latin typeface="Arial"/>
                <a:ea typeface="Arial"/>
                <a:cs typeface="Arial"/>
              </a:defRPr>
            </a:lvl4pPr>
            <a:lvl5pPr>
              <a:defRPr sz="1350" b="1">
                <a:solidFill>
                  <a:srgbClr val="087F75"/>
                </a:solidFill>
                <a:latin typeface="Arial"/>
                <a:ea typeface="Arial"/>
                <a:cs typeface="Arial"/>
              </a:defRPr>
            </a:lvl5pPr>
            <a:lvl6pPr>
              <a:defRPr sz="1350" b="1">
                <a:solidFill>
                  <a:srgbClr val="087F75"/>
                </a:solidFill>
                <a:latin typeface="Arial"/>
                <a:ea typeface="Arial"/>
                <a:cs typeface="Arial"/>
              </a:defRPr>
            </a:lvl6pPr>
            <a:lvl7pPr>
              <a:defRPr sz="1350" b="1">
                <a:solidFill>
                  <a:srgbClr val="087F75"/>
                </a:solidFill>
                <a:latin typeface="Arial"/>
                <a:ea typeface="Arial"/>
                <a:cs typeface="Arial"/>
              </a:defRPr>
            </a:lvl7pPr>
            <a:lvl8pPr>
              <a:defRPr sz="1350" b="1">
                <a:solidFill>
                  <a:srgbClr val="087F75"/>
                </a:solidFill>
                <a:latin typeface="Arial"/>
                <a:ea typeface="Arial"/>
                <a:cs typeface="Arial"/>
              </a:defRPr>
            </a:lvl8pPr>
            <a:lvl9pPr>
              <a:defRPr sz="1350" b="1">
                <a:solidFill>
                  <a:srgbClr val="087F75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350" b="1">
                <a:solidFill>
                  <a:srgbClr val="087F75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87F75"/>
                </a:solidFill>
                <a:latin typeface="Arial"/>
                <a:ea typeface="Arial"/>
                <a:cs typeface="Arial"/>
              </a:rPr>
              <a:t>CORRIGÉ ET TESTS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F0A6246-CA69-49D6-9162-6AEAB0F5C8EF}"/>
              </a:ext>
            </a:extLst>
          </p:cNvPr>
          <p:cNvSpPr>
            <a:spLocks noGrp="1"/>
          </p:cNvSpPr>
          <p:nvPr/>
        </p:nvSpPr>
        <p:spPr>
          <a:xfrm>
            <a:off x="685800" y="866775"/>
            <a:ext cx="10858500" cy="9144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3075" b="1">
                <a:solidFill>
                  <a:srgbClr val="102C38"/>
                </a:solidFill>
                <a:latin typeface="Arial"/>
                <a:ea typeface="Arial"/>
                <a:cs typeface="Arial"/>
              </a:defRPr>
            </a:defPPr>
            <a:lvl1pPr>
              <a:defRPr sz="3075" b="1">
                <a:solidFill>
                  <a:srgbClr val="102C38"/>
                </a:solidFill>
                <a:latin typeface="Arial"/>
                <a:ea typeface="Arial"/>
                <a:cs typeface="Arial"/>
              </a:defRPr>
            </a:lvl1pPr>
            <a:lvl2pPr>
              <a:defRPr sz="3075" b="1">
                <a:solidFill>
                  <a:srgbClr val="102C38"/>
                </a:solidFill>
                <a:latin typeface="Arial"/>
                <a:ea typeface="Arial"/>
                <a:cs typeface="Arial"/>
              </a:defRPr>
            </a:lvl2pPr>
            <a:lvl3pPr>
              <a:defRPr sz="3075" b="1">
                <a:solidFill>
                  <a:srgbClr val="102C38"/>
                </a:solidFill>
                <a:latin typeface="Arial"/>
                <a:ea typeface="Arial"/>
                <a:cs typeface="Arial"/>
              </a:defRPr>
            </a:lvl3pPr>
            <a:lvl4pPr>
              <a:defRPr sz="3075" b="1">
                <a:solidFill>
                  <a:srgbClr val="102C38"/>
                </a:solidFill>
                <a:latin typeface="Arial"/>
                <a:ea typeface="Arial"/>
                <a:cs typeface="Arial"/>
              </a:defRPr>
            </a:lvl4pPr>
            <a:lvl5pPr>
              <a:defRPr sz="3075" b="1">
                <a:solidFill>
                  <a:srgbClr val="102C38"/>
                </a:solidFill>
                <a:latin typeface="Arial"/>
                <a:ea typeface="Arial"/>
                <a:cs typeface="Arial"/>
              </a:defRPr>
            </a:lvl5pPr>
            <a:lvl6pPr>
              <a:defRPr sz="3075" b="1">
                <a:solidFill>
                  <a:srgbClr val="102C38"/>
                </a:solidFill>
                <a:latin typeface="Arial"/>
                <a:ea typeface="Arial"/>
                <a:cs typeface="Arial"/>
              </a:defRPr>
            </a:lvl6pPr>
            <a:lvl7pPr>
              <a:defRPr sz="3075" b="1">
                <a:solidFill>
                  <a:srgbClr val="102C38"/>
                </a:solidFill>
                <a:latin typeface="Arial"/>
                <a:ea typeface="Arial"/>
                <a:cs typeface="Arial"/>
              </a:defRPr>
            </a:lvl7pPr>
            <a:lvl8pPr>
              <a:defRPr sz="3075" b="1">
                <a:solidFill>
                  <a:srgbClr val="102C38"/>
                </a:solidFill>
                <a:latin typeface="Arial"/>
                <a:ea typeface="Arial"/>
                <a:cs typeface="Arial"/>
              </a:defRPr>
            </a:lvl8pPr>
            <a:lvl9pPr>
              <a:defRPr sz="3075" b="1">
                <a:solidFill>
                  <a:srgbClr val="102C38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3075" b="1">
                <a:solidFill>
                  <a:srgbClr val="102C38"/>
                </a:solidFill>
                <a:latin typeface="Arial"/>
                <a:ea typeface="Arial"/>
                <a:cs typeface="Arial"/>
              </a:defRPr>
            </a:pPr>
            <a:r>
              <a:rPr sz="3075" b="1">
                <a:solidFill>
                  <a:srgbClr val="102C38"/>
                </a:solidFill>
                <a:latin typeface="Arial"/>
                <a:ea typeface="Arial"/>
                <a:cs typeface="Arial"/>
              </a:rPr>
              <a:t>TP : correction et vérifications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E013CBE-0567-444C-BDDA-4DE8CBDA95BF}"/>
              </a:ext>
            </a:extLst>
          </p:cNvPr>
          <p:cNvSpPr>
            <a:spLocks noGrp="1"/>
          </p:cNvSpPr>
          <p:nvPr/>
        </p:nvSpPr>
        <p:spPr>
          <a:xfrm>
            <a:off x="723900" y="2000250"/>
            <a:ext cx="10763250" cy="9144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250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defPPr>
            <a:lvl1pPr>
              <a:defRPr sz="2250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lvl1pPr>
            <a:lvl2pPr>
              <a:defRPr sz="2250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lvl2pPr>
            <a:lvl3pPr>
              <a:defRPr sz="2250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lvl3pPr>
            <a:lvl4pPr>
              <a:defRPr sz="2250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lvl4pPr>
            <a:lvl5pPr>
              <a:defRPr sz="2250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lvl5pPr>
            <a:lvl6pPr>
              <a:defRPr sz="2250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lvl6pPr>
            <a:lvl7pPr>
              <a:defRPr sz="2250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lvl7pPr>
            <a:lvl8pPr>
              <a:defRPr sz="2250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lvl8pPr>
            <a:lvl9pPr>
              <a:defRPr sz="2250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2250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02C38"/>
                </a:solidFill>
                <a:latin typeface="Arial"/>
                <a:ea typeface="Arial"/>
                <a:cs typeface="Arial"/>
              </a:rPr>
              <a:t>Le filtre affiche 2 locaux disponibles, puis 3 en mode Tous.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D576277-0FAD-47CC-B3C7-D49C1901A53B}"/>
              </a:ext>
            </a:extLst>
          </p:cNvPr>
          <p:cNvSpPr>
            <a:spLocks noGrp="1"/>
          </p:cNvSpPr>
          <p:nvPr/>
        </p:nvSpPr>
        <p:spPr>
          <a:xfrm>
            <a:off x="723900" y="2971800"/>
            <a:ext cx="10763250" cy="9144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250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defPPr>
            <a:lvl1pPr>
              <a:defRPr sz="2250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lvl1pPr>
            <a:lvl2pPr>
              <a:defRPr sz="2250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lvl2pPr>
            <a:lvl3pPr>
              <a:defRPr sz="2250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lvl3pPr>
            <a:lvl4pPr>
              <a:defRPr sz="2250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lvl4pPr>
            <a:lvl5pPr>
              <a:defRPr sz="2250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lvl5pPr>
            <a:lvl6pPr>
              <a:defRPr sz="2250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lvl6pPr>
            <a:lvl7pPr>
              <a:defRPr sz="2250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lvl7pPr>
            <a:lvl8pPr>
              <a:defRPr sz="2250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lvl8pPr>
            <a:lvl9pPr>
              <a:defRPr sz="2250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2250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02C38"/>
                </a:solidFill>
                <a:latin typeface="Arial"/>
                <a:ea typeface="Arial"/>
                <a:cs typeface="Arial"/>
              </a:rPr>
              <a:t>XYZ ne peut pas être choisi. Choisir Atlas affiche Bureau Atlas.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0DB624D-1E25-4804-8CFD-01547B7F88A7}"/>
              </a:ext>
            </a:extLst>
          </p:cNvPr>
          <p:cNvSpPr>
            <a:spLocks noGrp="1"/>
          </p:cNvSpPr>
          <p:nvPr/>
        </p:nvSpPr>
        <p:spPr>
          <a:xfrm>
            <a:off x="723900" y="3943350"/>
            <a:ext cx="10763250" cy="9144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250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defPPr>
            <a:lvl1pPr>
              <a:defRPr sz="2250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lvl1pPr>
            <a:lvl2pPr>
              <a:defRPr sz="2250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lvl2pPr>
            <a:lvl3pPr>
              <a:defRPr sz="2250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lvl3pPr>
            <a:lvl4pPr>
              <a:defRPr sz="2250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lvl4pPr>
            <a:lvl5pPr>
              <a:defRPr sz="2250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lvl5pPr>
            <a:lvl6pPr>
              <a:defRPr sz="2250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lvl6pPr>
            <a:lvl7pPr>
              <a:defRPr sz="2250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lvl7pPr>
            <a:lvl8pPr>
              <a:defRPr sz="2250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lvl8pPr>
            <a:lvl9pPr>
              <a:defRPr sz="2250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2250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02C38"/>
                </a:solidFill>
                <a:latin typeface="Arial"/>
                <a:ea typeface="Arial"/>
                <a:cs typeface="Arial"/>
              </a:rPr>
              <a:t>Atlas à 3 h coûte 240 DH. La durée reste supérieure ou égale à 1.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A380C4B-1686-40E5-AEDD-736CCB559357}"/>
              </a:ext>
            </a:extLst>
          </p:cNvPr>
          <p:cNvSpPr>
            <a:spLocks noGrp="1"/>
          </p:cNvSpPr>
          <p:nvPr/>
        </p:nvSpPr>
        <p:spPr>
          <a:xfrm>
            <a:off x="723900" y="4914900"/>
            <a:ext cx="10763250" cy="9144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250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defPPr>
            <a:lvl1pPr>
              <a:defRPr sz="2250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lvl1pPr>
            <a:lvl2pPr>
              <a:defRPr sz="2250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lvl2pPr>
            <a:lvl3pPr>
              <a:defRPr sz="2250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lvl3pPr>
            <a:lvl4pPr>
              <a:defRPr sz="2250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lvl4pPr>
            <a:lvl5pPr>
              <a:defRPr sz="2250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lvl5pPr>
            <a:lvl6pPr>
              <a:defRPr sz="2250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lvl6pPr>
            <a:lvl7pPr>
              <a:defRPr sz="2250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lvl7pPr>
            <a:lvl8pPr>
              <a:defRPr sz="2250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lvl8pPr>
            <a:lvl9pPr>
              <a:defRPr sz="2250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2250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02C38"/>
                </a:solidFill>
                <a:latin typeface="Arial"/>
                <a:ea typeface="Arial"/>
                <a:cs typeface="Arial"/>
              </a:rPr>
              <a:t>La sélection appartient à App. Les fiches reçoivent onChoisir et appellent ce callback.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FD38C31-A04F-4F94-AE20-AA6641C5379C}"/>
              </a:ext>
            </a:extLst>
          </p:cNvPr>
          <p:cNvSpPr>
            <a:spLocks noGrp="1"/>
          </p:cNvSpPr>
          <p:nvPr/>
        </p:nvSpPr>
        <p:spPr>
          <a:xfrm>
            <a:off x="11334750" y="6457950"/>
            <a:ext cx="523875" cy="2190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200" b="0">
                <a:solidFill>
                  <a:srgbClr val="4E6670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4E6670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4E6670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4E6670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4E6670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4E6670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4E6670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4E6670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4E6670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4E6670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200" b="0">
                <a:solidFill>
                  <a:srgbClr val="4E667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4E6670"/>
                </a:solidFill>
                <a:latin typeface="Arial"/>
                <a:ea typeface="Arial"/>
                <a:cs typeface="Arial"/>
              </a:rPr>
              <a:t>23</a:t>
            </a:r>
          </a:p>
        </p:txBody>
      </p:sp>
    </p:spTree>
    <p:extLst>
      <p:ext uri="{BB962C8B-B14F-4D97-AF65-F5344CB8AC3E}">
        <p14:creationId xmlns:p14="http://schemas.microsoft.com/office/powerpoint/2010/main" val="95838901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6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CC58DE3D-D8F1-4637-A7DF-1E59E40363A9}"/>
              </a:ext>
            </a:extLst>
          </p:cNvPr>
          <p:cNvSpPr>
            <a:spLocks noGrp="1"/>
          </p:cNvSpPr>
          <p:nvPr/>
        </p:nvSpPr>
        <p:spPr>
          <a:xfrm>
            <a:off x="685800" y="352425"/>
            <a:ext cx="10763250" cy="2952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350" b="1">
                <a:solidFill>
                  <a:srgbClr val="087F75"/>
                </a:solidFill>
                <a:latin typeface="Arial"/>
                <a:ea typeface="Arial"/>
                <a:cs typeface="Arial"/>
              </a:defRPr>
            </a:defPPr>
            <a:lvl1pPr>
              <a:defRPr sz="1350" b="1">
                <a:solidFill>
                  <a:srgbClr val="087F75"/>
                </a:solidFill>
                <a:latin typeface="Arial"/>
                <a:ea typeface="Arial"/>
                <a:cs typeface="Arial"/>
              </a:defRPr>
            </a:lvl1pPr>
            <a:lvl2pPr>
              <a:defRPr sz="1350" b="1">
                <a:solidFill>
                  <a:srgbClr val="087F75"/>
                </a:solidFill>
                <a:latin typeface="Arial"/>
                <a:ea typeface="Arial"/>
                <a:cs typeface="Arial"/>
              </a:defRPr>
            </a:lvl2pPr>
            <a:lvl3pPr>
              <a:defRPr sz="1350" b="1">
                <a:solidFill>
                  <a:srgbClr val="087F75"/>
                </a:solidFill>
                <a:latin typeface="Arial"/>
                <a:ea typeface="Arial"/>
                <a:cs typeface="Arial"/>
              </a:defRPr>
            </a:lvl3pPr>
            <a:lvl4pPr>
              <a:defRPr sz="1350" b="1">
                <a:solidFill>
                  <a:srgbClr val="087F75"/>
                </a:solidFill>
                <a:latin typeface="Arial"/>
                <a:ea typeface="Arial"/>
                <a:cs typeface="Arial"/>
              </a:defRPr>
            </a:lvl4pPr>
            <a:lvl5pPr>
              <a:defRPr sz="1350" b="1">
                <a:solidFill>
                  <a:srgbClr val="087F75"/>
                </a:solidFill>
                <a:latin typeface="Arial"/>
                <a:ea typeface="Arial"/>
                <a:cs typeface="Arial"/>
              </a:defRPr>
            </a:lvl5pPr>
            <a:lvl6pPr>
              <a:defRPr sz="1350" b="1">
                <a:solidFill>
                  <a:srgbClr val="087F75"/>
                </a:solidFill>
                <a:latin typeface="Arial"/>
                <a:ea typeface="Arial"/>
                <a:cs typeface="Arial"/>
              </a:defRPr>
            </a:lvl6pPr>
            <a:lvl7pPr>
              <a:defRPr sz="1350" b="1">
                <a:solidFill>
                  <a:srgbClr val="087F75"/>
                </a:solidFill>
                <a:latin typeface="Arial"/>
                <a:ea typeface="Arial"/>
                <a:cs typeface="Arial"/>
              </a:defRPr>
            </a:lvl7pPr>
            <a:lvl8pPr>
              <a:defRPr sz="1350" b="1">
                <a:solidFill>
                  <a:srgbClr val="087F75"/>
                </a:solidFill>
                <a:latin typeface="Arial"/>
                <a:ea typeface="Arial"/>
                <a:cs typeface="Arial"/>
              </a:defRPr>
            </a:lvl8pPr>
            <a:lvl9pPr>
              <a:defRPr sz="1350" b="1">
                <a:solidFill>
                  <a:srgbClr val="087F75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350" b="1">
                <a:solidFill>
                  <a:srgbClr val="087F75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87F75"/>
                </a:solidFill>
                <a:latin typeface="Arial"/>
                <a:ea typeface="Arial"/>
                <a:cs typeface="Arial"/>
              </a:rPr>
              <a:t>SUR PAPIER · 10 MIN · SUR 10 POINTS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C527A36-8662-4BF7-A33A-BF409B2B8197}"/>
              </a:ext>
            </a:extLst>
          </p:cNvPr>
          <p:cNvSpPr>
            <a:spLocks noGrp="1"/>
          </p:cNvSpPr>
          <p:nvPr/>
        </p:nvSpPr>
        <p:spPr>
          <a:xfrm>
            <a:off x="685800" y="866775"/>
            <a:ext cx="10858500" cy="9144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3075" b="1">
                <a:solidFill>
                  <a:srgbClr val="102C38"/>
                </a:solidFill>
                <a:latin typeface="Arial"/>
                <a:ea typeface="Arial"/>
                <a:cs typeface="Arial"/>
              </a:defRPr>
            </a:defPPr>
            <a:lvl1pPr>
              <a:defRPr sz="3075" b="1">
                <a:solidFill>
                  <a:srgbClr val="102C38"/>
                </a:solidFill>
                <a:latin typeface="Arial"/>
                <a:ea typeface="Arial"/>
                <a:cs typeface="Arial"/>
              </a:defRPr>
            </a:lvl1pPr>
            <a:lvl2pPr>
              <a:defRPr sz="3075" b="1">
                <a:solidFill>
                  <a:srgbClr val="102C38"/>
                </a:solidFill>
                <a:latin typeface="Arial"/>
                <a:ea typeface="Arial"/>
                <a:cs typeface="Arial"/>
              </a:defRPr>
            </a:lvl2pPr>
            <a:lvl3pPr>
              <a:defRPr sz="3075" b="1">
                <a:solidFill>
                  <a:srgbClr val="102C38"/>
                </a:solidFill>
                <a:latin typeface="Arial"/>
                <a:ea typeface="Arial"/>
                <a:cs typeface="Arial"/>
              </a:defRPr>
            </a:lvl3pPr>
            <a:lvl4pPr>
              <a:defRPr sz="3075" b="1">
                <a:solidFill>
                  <a:srgbClr val="102C38"/>
                </a:solidFill>
                <a:latin typeface="Arial"/>
                <a:ea typeface="Arial"/>
                <a:cs typeface="Arial"/>
              </a:defRPr>
            </a:lvl4pPr>
            <a:lvl5pPr>
              <a:defRPr sz="3075" b="1">
                <a:solidFill>
                  <a:srgbClr val="102C38"/>
                </a:solidFill>
                <a:latin typeface="Arial"/>
                <a:ea typeface="Arial"/>
                <a:cs typeface="Arial"/>
              </a:defRPr>
            </a:lvl5pPr>
            <a:lvl6pPr>
              <a:defRPr sz="3075" b="1">
                <a:solidFill>
                  <a:srgbClr val="102C38"/>
                </a:solidFill>
                <a:latin typeface="Arial"/>
                <a:ea typeface="Arial"/>
                <a:cs typeface="Arial"/>
              </a:defRPr>
            </a:lvl6pPr>
            <a:lvl7pPr>
              <a:defRPr sz="3075" b="1">
                <a:solidFill>
                  <a:srgbClr val="102C38"/>
                </a:solidFill>
                <a:latin typeface="Arial"/>
                <a:ea typeface="Arial"/>
                <a:cs typeface="Arial"/>
              </a:defRPr>
            </a:lvl7pPr>
            <a:lvl8pPr>
              <a:defRPr sz="3075" b="1">
                <a:solidFill>
                  <a:srgbClr val="102C38"/>
                </a:solidFill>
                <a:latin typeface="Arial"/>
                <a:ea typeface="Arial"/>
                <a:cs typeface="Arial"/>
              </a:defRPr>
            </a:lvl8pPr>
            <a:lvl9pPr>
              <a:defRPr sz="3075" b="1">
                <a:solidFill>
                  <a:srgbClr val="102C38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3075" b="1">
                <a:solidFill>
                  <a:srgbClr val="102C38"/>
                </a:solidFill>
                <a:latin typeface="Arial"/>
                <a:ea typeface="Arial"/>
                <a:cs typeface="Arial"/>
              </a:defRPr>
            </a:pPr>
            <a:r>
              <a:rPr sz="3075" b="1">
                <a:solidFill>
                  <a:srgbClr val="102C38"/>
                </a:solidFill>
                <a:latin typeface="Arial"/>
                <a:ea typeface="Arial"/>
                <a:cs typeface="Arial"/>
              </a:rPr>
              <a:t>Mini-contrôle individuel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348DC89-577A-47B2-B65C-D96FDAEBC6AE}"/>
              </a:ext>
            </a:extLst>
          </p:cNvPr>
          <p:cNvSpPr>
            <a:spLocks noGrp="1"/>
          </p:cNvSpPr>
          <p:nvPr/>
        </p:nvSpPr>
        <p:spPr>
          <a:xfrm>
            <a:off x="723900" y="2000250"/>
            <a:ext cx="10763250" cy="6381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025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defPPr>
            <a:lvl1pPr>
              <a:defRPr sz="2025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lvl1pPr>
            <a:lvl2pPr>
              <a:defRPr sz="2025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lvl2pPr>
            <a:lvl3pPr>
              <a:defRPr sz="2025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lvl3pPr>
            <a:lvl4pPr>
              <a:defRPr sz="2025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lvl4pPr>
            <a:lvl5pPr>
              <a:defRPr sz="2025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lvl5pPr>
            <a:lvl6pPr>
              <a:defRPr sz="2025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lvl6pPr>
            <a:lvl7pPr>
              <a:defRPr sz="2025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lvl7pPr>
            <a:lvl8pPr>
              <a:defRPr sz="2025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lvl8pPr>
            <a:lvl9pPr>
              <a:defRPr sz="2025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2025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02C38"/>
                </a:solidFill>
                <a:latin typeface="Arial"/>
                <a:ea typeface="Arial"/>
                <a:cs typeface="Arial"/>
              </a:rPr>
              <a:t>1. Définir l’état et le rôle du setter. (2 pts)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947C048-3967-4B3F-90C3-E344FB4ED32F}"/>
              </a:ext>
            </a:extLst>
          </p:cNvPr>
          <p:cNvSpPr>
            <a:spLocks noGrp="1"/>
          </p:cNvSpPr>
          <p:nvPr/>
        </p:nvSpPr>
        <p:spPr>
          <a:xfrm>
            <a:off x="723900" y="2695575"/>
            <a:ext cx="10763250" cy="6381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025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defPPr>
            <a:lvl1pPr>
              <a:defRPr sz="2025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lvl1pPr>
            <a:lvl2pPr>
              <a:defRPr sz="2025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lvl2pPr>
            <a:lvl3pPr>
              <a:defRPr sz="2025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lvl3pPr>
            <a:lvl4pPr>
              <a:defRPr sz="2025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lvl4pPr>
            <a:lvl5pPr>
              <a:defRPr sz="2025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lvl5pPr>
            <a:lvl6pPr>
              <a:defRPr sz="2025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lvl6pPr>
            <a:lvl7pPr>
              <a:defRPr sz="2025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lvl7pPr>
            <a:lvl8pPr>
              <a:defRPr sz="2025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lvl8pPr>
            <a:lvl9pPr>
              <a:defRPr sz="2025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2025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02C38"/>
                </a:solidFill>
                <a:latin typeface="Arial"/>
                <a:ea typeface="Arial"/>
                <a:cs typeface="Arial"/>
              </a:rPr>
              <a:t>2. Corriger onClick={choisir()}. (2 pts)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FF36B78-375F-4DD5-BBA0-615324692D48}"/>
              </a:ext>
            </a:extLst>
          </p:cNvPr>
          <p:cNvSpPr>
            <a:spLocks noGrp="1"/>
          </p:cNvSpPr>
          <p:nvPr/>
        </p:nvSpPr>
        <p:spPr>
          <a:xfrm>
            <a:off x="723900" y="3390900"/>
            <a:ext cx="10763250" cy="6381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025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defPPr>
            <a:lvl1pPr>
              <a:defRPr sz="2025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lvl1pPr>
            <a:lvl2pPr>
              <a:defRPr sz="2025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lvl2pPr>
            <a:lvl3pPr>
              <a:defRPr sz="2025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lvl3pPr>
            <a:lvl4pPr>
              <a:defRPr sz="2025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lvl4pPr>
            <a:lvl5pPr>
              <a:defRPr sz="2025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lvl5pPr>
            <a:lvl6pPr>
              <a:defRPr sz="2025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lvl6pPr>
            <a:lvl7pPr>
              <a:defRPr sz="2025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lvl7pPr>
            <a:lvl8pPr>
              <a:defRPr sz="2025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lvl8pPr>
            <a:lvl9pPr>
              <a:defRPr sz="2025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2025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02C38"/>
                </a:solidFill>
                <a:latin typeface="Arial"/>
                <a:ea typeface="Arial"/>
                <a:cs typeface="Arial"/>
              </a:rPr>
              <a:t>3. Écrire un filter qui conserve les disponibles. (2 pts)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22312A9-3BA9-49DF-8494-15D65BB3DF7A}"/>
              </a:ext>
            </a:extLst>
          </p:cNvPr>
          <p:cNvSpPr>
            <a:spLocks noGrp="1"/>
          </p:cNvSpPr>
          <p:nvPr/>
        </p:nvSpPr>
        <p:spPr>
          <a:xfrm>
            <a:off x="723900" y="4086225"/>
            <a:ext cx="10763250" cy="6381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025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defPPr>
            <a:lvl1pPr>
              <a:defRPr sz="2025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lvl1pPr>
            <a:lvl2pPr>
              <a:defRPr sz="2025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lvl2pPr>
            <a:lvl3pPr>
              <a:defRPr sz="2025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lvl3pPr>
            <a:lvl4pPr>
              <a:defRPr sz="2025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lvl4pPr>
            <a:lvl5pPr>
              <a:defRPr sz="2025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lvl5pPr>
            <a:lvl6pPr>
              <a:defRPr sz="2025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lvl6pPr>
            <a:lvl7pPr>
              <a:defRPr sz="2025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lvl7pPr>
            <a:lvl8pPr>
              <a:defRPr sz="2025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lvl8pPr>
            <a:lvl9pPr>
              <a:defRPr sz="2025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2025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02C38"/>
                </a:solidFill>
                <a:latin typeface="Arial"/>
                <a:ea typeface="Arial"/>
                <a:cs typeface="Arial"/>
              </a:rPr>
              <a:t>4. Expliquer le callback enfant-parent. (2 pts)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2230392-45B5-4F4B-8108-009DDE9BBD81}"/>
              </a:ext>
            </a:extLst>
          </p:cNvPr>
          <p:cNvSpPr>
            <a:spLocks noGrp="1"/>
          </p:cNvSpPr>
          <p:nvPr/>
        </p:nvSpPr>
        <p:spPr>
          <a:xfrm>
            <a:off x="723900" y="4781550"/>
            <a:ext cx="10763250" cy="6381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025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defPPr>
            <a:lvl1pPr>
              <a:defRPr sz="2025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lvl1pPr>
            <a:lvl2pPr>
              <a:defRPr sz="2025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lvl2pPr>
            <a:lvl3pPr>
              <a:defRPr sz="2025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lvl3pPr>
            <a:lvl4pPr>
              <a:defRPr sz="2025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lvl4pPr>
            <a:lvl5pPr>
              <a:defRPr sz="2025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lvl5pPr>
            <a:lvl6pPr>
              <a:defRPr sz="2025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lvl6pPr>
            <a:lvl7pPr>
              <a:defRPr sz="2025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lvl7pPr>
            <a:lvl8pPr>
              <a:defRPr sz="2025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lvl8pPr>
            <a:lvl9pPr>
              <a:defRPr sz="2025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2025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02C38"/>
                </a:solidFill>
                <a:latin typeface="Arial"/>
                <a:ea typeface="Arial"/>
                <a:cs typeface="Arial"/>
              </a:rPr>
              <a:t>5. Pourquoi calculer le total plutôt que le stocker ? (2 pts)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95A2DE2-39F3-4864-83D1-1676B8B46F90}"/>
              </a:ext>
            </a:extLst>
          </p:cNvPr>
          <p:cNvSpPr>
            <a:spLocks noGrp="1"/>
          </p:cNvSpPr>
          <p:nvPr/>
        </p:nvSpPr>
        <p:spPr>
          <a:xfrm>
            <a:off x="11334750" y="6457950"/>
            <a:ext cx="523875" cy="2190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200" b="0">
                <a:solidFill>
                  <a:srgbClr val="4E6670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4E6670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4E6670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4E6670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4E6670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4E6670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4E6670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4E6670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4E6670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4E6670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200" b="0">
                <a:solidFill>
                  <a:srgbClr val="4E667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4E6670"/>
                </a:solidFill>
                <a:latin typeface="Arial"/>
                <a:ea typeface="Arial"/>
                <a:cs typeface="Arial"/>
              </a:rPr>
              <a:t>25</a:t>
            </a:r>
          </a:p>
        </p:txBody>
      </p:sp>
    </p:spTree>
    <p:extLst>
      <p:ext uri="{BB962C8B-B14F-4D97-AF65-F5344CB8AC3E}">
        <p14:creationId xmlns:p14="http://schemas.microsoft.com/office/powerpoint/2010/main" val="75479060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6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A5FFE76A-2C10-42D4-A11A-DEF2C04C8363}"/>
              </a:ext>
            </a:extLst>
          </p:cNvPr>
          <p:cNvSpPr>
            <a:spLocks noGrp="1"/>
          </p:cNvSpPr>
          <p:nvPr/>
        </p:nvSpPr>
        <p:spPr>
          <a:xfrm>
            <a:off x="685800" y="352425"/>
            <a:ext cx="10763250" cy="2952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350" b="1">
                <a:solidFill>
                  <a:srgbClr val="087F75"/>
                </a:solidFill>
                <a:latin typeface="Arial"/>
                <a:ea typeface="Arial"/>
                <a:cs typeface="Arial"/>
              </a:defRPr>
            </a:defPPr>
            <a:lvl1pPr>
              <a:defRPr sz="1350" b="1">
                <a:solidFill>
                  <a:srgbClr val="087F75"/>
                </a:solidFill>
                <a:latin typeface="Arial"/>
                <a:ea typeface="Arial"/>
                <a:cs typeface="Arial"/>
              </a:defRPr>
            </a:lvl1pPr>
            <a:lvl2pPr>
              <a:defRPr sz="1350" b="1">
                <a:solidFill>
                  <a:srgbClr val="087F75"/>
                </a:solidFill>
                <a:latin typeface="Arial"/>
                <a:ea typeface="Arial"/>
                <a:cs typeface="Arial"/>
              </a:defRPr>
            </a:lvl2pPr>
            <a:lvl3pPr>
              <a:defRPr sz="1350" b="1">
                <a:solidFill>
                  <a:srgbClr val="087F75"/>
                </a:solidFill>
                <a:latin typeface="Arial"/>
                <a:ea typeface="Arial"/>
                <a:cs typeface="Arial"/>
              </a:defRPr>
            </a:lvl3pPr>
            <a:lvl4pPr>
              <a:defRPr sz="1350" b="1">
                <a:solidFill>
                  <a:srgbClr val="087F75"/>
                </a:solidFill>
                <a:latin typeface="Arial"/>
                <a:ea typeface="Arial"/>
                <a:cs typeface="Arial"/>
              </a:defRPr>
            </a:lvl4pPr>
            <a:lvl5pPr>
              <a:defRPr sz="1350" b="1">
                <a:solidFill>
                  <a:srgbClr val="087F75"/>
                </a:solidFill>
                <a:latin typeface="Arial"/>
                <a:ea typeface="Arial"/>
                <a:cs typeface="Arial"/>
              </a:defRPr>
            </a:lvl5pPr>
            <a:lvl6pPr>
              <a:defRPr sz="1350" b="1">
                <a:solidFill>
                  <a:srgbClr val="087F75"/>
                </a:solidFill>
                <a:latin typeface="Arial"/>
                <a:ea typeface="Arial"/>
                <a:cs typeface="Arial"/>
              </a:defRPr>
            </a:lvl6pPr>
            <a:lvl7pPr>
              <a:defRPr sz="1350" b="1">
                <a:solidFill>
                  <a:srgbClr val="087F75"/>
                </a:solidFill>
                <a:latin typeface="Arial"/>
                <a:ea typeface="Arial"/>
                <a:cs typeface="Arial"/>
              </a:defRPr>
            </a:lvl7pPr>
            <a:lvl8pPr>
              <a:defRPr sz="1350" b="1">
                <a:solidFill>
                  <a:srgbClr val="087F75"/>
                </a:solidFill>
                <a:latin typeface="Arial"/>
                <a:ea typeface="Arial"/>
                <a:cs typeface="Arial"/>
              </a:defRPr>
            </a:lvl8pPr>
            <a:lvl9pPr>
              <a:defRPr sz="1350" b="1">
                <a:solidFill>
                  <a:srgbClr val="087F75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350" b="1">
                <a:solidFill>
                  <a:srgbClr val="087F75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87F75"/>
                </a:solidFill>
                <a:latin typeface="Arial"/>
                <a:ea typeface="Arial"/>
                <a:cs typeface="Arial"/>
              </a:rPr>
              <a:t>CORRIGÉ ET BARÈME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9914222-6119-4F08-B45A-51DA60AE1A83}"/>
              </a:ext>
            </a:extLst>
          </p:cNvPr>
          <p:cNvSpPr>
            <a:spLocks noGrp="1"/>
          </p:cNvSpPr>
          <p:nvPr/>
        </p:nvSpPr>
        <p:spPr>
          <a:xfrm>
            <a:off x="685800" y="866775"/>
            <a:ext cx="10858500" cy="9144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3075" b="1">
                <a:solidFill>
                  <a:srgbClr val="102C38"/>
                </a:solidFill>
                <a:latin typeface="Arial"/>
                <a:ea typeface="Arial"/>
                <a:cs typeface="Arial"/>
              </a:defRPr>
            </a:defPPr>
            <a:lvl1pPr>
              <a:defRPr sz="3075" b="1">
                <a:solidFill>
                  <a:srgbClr val="102C38"/>
                </a:solidFill>
                <a:latin typeface="Arial"/>
                <a:ea typeface="Arial"/>
                <a:cs typeface="Arial"/>
              </a:defRPr>
            </a:lvl1pPr>
            <a:lvl2pPr>
              <a:defRPr sz="3075" b="1">
                <a:solidFill>
                  <a:srgbClr val="102C38"/>
                </a:solidFill>
                <a:latin typeface="Arial"/>
                <a:ea typeface="Arial"/>
                <a:cs typeface="Arial"/>
              </a:defRPr>
            </a:lvl2pPr>
            <a:lvl3pPr>
              <a:defRPr sz="3075" b="1">
                <a:solidFill>
                  <a:srgbClr val="102C38"/>
                </a:solidFill>
                <a:latin typeface="Arial"/>
                <a:ea typeface="Arial"/>
                <a:cs typeface="Arial"/>
              </a:defRPr>
            </a:lvl3pPr>
            <a:lvl4pPr>
              <a:defRPr sz="3075" b="1">
                <a:solidFill>
                  <a:srgbClr val="102C38"/>
                </a:solidFill>
                <a:latin typeface="Arial"/>
                <a:ea typeface="Arial"/>
                <a:cs typeface="Arial"/>
              </a:defRPr>
            </a:lvl4pPr>
            <a:lvl5pPr>
              <a:defRPr sz="3075" b="1">
                <a:solidFill>
                  <a:srgbClr val="102C38"/>
                </a:solidFill>
                <a:latin typeface="Arial"/>
                <a:ea typeface="Arial"/>
                <a:cs typeface="Arial"/>
              </a:defRPr>
            </a:lvl5pPr>
            <a:lvl6pPr>
              <a:defRPr sz="3075" b="1">
                <a:solidFill>
                  <a:srgbClr val="102C38"/>
                </a:solidFill>
                <a:latin typeface="Arial"/>
                <a:ea typeface="Arial"/>
                <a:cs typeface="Arial"/>
              </a:defRPr>
            </a:lvl6pPr>
            <a:lvl7pPr>
              <a:defRPr sz="3075" b="1">
                <a:solidFill>
                  <a:srgbClr val="102C38"/>
                </a:solidFill>
                <a:latin typeface="Arial"/>
                <a:ea typeface="Arial"/>
                <a:cs typeface="Arial"/>
              </a:defRPr>
            </a:lvl7pPr>
            <a:lvl8pPr>
              <a:defRPr sz="3075" b="1">
                <a:solidFill>
                  <a:srgbClr val="102C38"/>
                </a:solidFill>
                <a:latin typeface="Arial"/>
                <a:ea typeface="Arial"/>
                <a:cs typeface="Arial"/>
              </a:defRPr>
            </a:lvl8pPr>
            <a:lvl9pPr>
              <a:defRPr sz="3075" b="1">
                <a:solidFill>
                  <a:srgbClr val="102C38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3075" b="1">
                <a:solidFill>
                  <a:srgbClr val="102C38"/>
                </a:solidFill>
                <a:latin typeface="Arial"/>
                <a:ea typeface="Arial"/>
                <a:cs typeface="Arial"/>
              </a:defRPr>
            </a:pPr>
            <a:r>
              <a:rPr sz="3075" b="1">
                <a:solidFill>
                  <a:srgbClr val="102C38"/>
                </a:solidFill>
                <a:latin typeface="Arial"/>
                <a:ea typeface="Arial"/>
                <a:cs typeface="Arial"/>
              </a:rPr>
              <a:t>Mini-contrôle : correction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B29EA04-0954-40B3-8F68-7061175D7665}"/>
              </a:ext>
            </a:extLst>
          </p:cNvPr>
          <p:cNvSpPr>
            <a:spLocks noGrp="1"/>
          </p:cNvSpPr>
          <p:nvPr/>
        </p:nvSpPr>
        <p:spPr>
          <a:xfrm>
            <a:off x="723900" y="2000250"/>
            <a:ext cx="10763250" cy="6381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025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defPPr>
            <a:lvl1pPr>
              <a:defRPr sz="2025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lvl1pPr>
            <a:lvl2pPr>
              <a:defRPr sz="2025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lvl2pPr>
            <a:lvl3pPr>
              <a:defRPr sz="2025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lvl3pPr>
            <a:lvl4pPr>
              <a:defRPr sz="2025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lvl4pPr>
            <a:lvl5pPr>
              <a:defRPr sz="2025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lvl5pPr>
            <a:lvl6pPr>
              <a:defRPr sz="2025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lvl6pPr>
            <a:lvl7pPr>
              <a:defRPr sz="2025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lvl7pPr>
            <a:lvl8pPr>
              <a:defRPr sz="2025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lvl8pPr>
            <a:lvl9pPr>
              <a:defRPr sz="2025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2025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02C38"/>
                </a:solidFill>
                <a:latin typeface="Arial"/>
                <a:ea typeface="Arial"/>
                <a:cs typeface="Arial"/>
              </a:rPr>
              <a:t>1. Mémoire du composant (1) et demande de mise à jour (1).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2377996-16D3-4AFC-88F0-DFC65C525C04}"/>
              </a:ext>
            </a:extLst>
          </p:cNvPr>
          <p:cNvSpPr>
            <a:spLocks noGrp="1"/>
          </p:cNvSpPr>
          <p:nvPr/>
        </p:nvSpPr>
        <p:spPr>
          <a:xfrm>
            <a:off x="723900" y="2695575"/>
            <a:ext cx="10763250" cy="6381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025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defPPr>
            <a:lvl1pPr>
              <a:defRPr sz="2025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lvl1pPr>
            <a:lvl2pPr>
              <a:defRPr sz="2025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lvl2pPr>
            <a:lvl3pPr>
              <a:defRPr sz="2025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lvl3pPr>
            <a:lvl4pPr>
              <a:defRPr sz="2025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lvl4pPr>
            <a:lvl5pPr>
              <a:defRPr sz="2025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lvl5pPr>
            <a:lvl6pPr>
              <a:defRPr sz="2025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lvl6pPr>
            <a:lvl7pPr>
              <a:defRPr sz="2025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lvl7pPr>
            <a:lvl8pPr>
              <a:defRPr sz="2025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lvl8pPr>
            <a:lvl9pPr>
              <a:defRPr sz="2025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2025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02C38"/>
                </a:solidFill>
                <a:latin typeface="Arial"/>
                <a:ea typeface="Arial"/>
                <a:cs typeface="Arial"/>
              </a:rPr>
              <a:t>2. onClick={choisir} (1), appel au clic et non au rendu (1).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6B99517-D804-43C0-B71B-4D0FC94A9FB4}"/>
              </a:ext>
            </a:extLst>
          </p:cNvPr>
          <p:cNvSpPr>
            <a:spLocks noGrp="1"/>
          </p:cNvSpPr>
          <p:nvPr/>
        </p:nvSpPr>
        <p:spPr>
          <a:xfrm>
            <a:off x="723900" y="3390900"/>
            <a:ext cx="10763250" cy="6381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025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defPPr>
            <a:lvl1pPr>
              <a:defRPr sz="2025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lvl1pPr>
            <a:lvl2pPr>
              <a:defRPr sz="2025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lvl2pPr>
            <a:lvl3pPr>
              <a:defRPr sz="2025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lvl3pPr>
            <a:lvl4pPr>
              <a:defRPr sz="2025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lvl4pPr>
            <a:lvl5pPr>
              <a:defRPr sz="2025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lvl5pPr>
            <a:lvl6pPr>
              <a:defRPr sz="2025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lvl6pPr>
            <a:lvl7pPr>
              <a:defRPr sz="2025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lvl7pPr>
            <a:lvl8pPr>
              <a:defRPr sz="2025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lvl8pPr>
            <a:lvl9pPr>
              <a:defRPr sz="2025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2025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02C38"/>
                </a:solidFill>
                <a:latin typeface="Arial"/>
                <a:ea typeface="Arial"/>
                <a:cs typeface="Arial"/>
              </a:rPr>
              <a:t>3. locaux.filter(l =&gt; l.disponible) (2).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09B5876-5D10-42DE-9E50-8A36CC0C2A16}"/>
              </a:ext>
            </a:extLst>
          </p:cNvPr>
          <p:cNvSpPr>
            <a:spLocks noGrp="1"/>
          </p:cNvSpPr>
          <p:nvPr/>
        </p:nvSpPr>
        <p:spPr>
          <a:xfrm>
            <a:off x="723900" y="4086225"/>
            <a:ext cx="10763250" cy="6381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025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defPPr>
            <a:lvl1pPr>
              <a:defRPr sz="2025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lvl1pPr>
            <a:lvl2pPr>
              <a:defRPr sz="2025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lvl2pPr>
            <a:lvl3pPr>
              <a:defRPr sz="2025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lvl3pPr>
            <a:lvl4pPr>
              <a:defRPr sz="2025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lvl4pPr>
            <a:lvl5pPr>
              <a:defRPr sz="2025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lvl5pPr>
            <a:lvl6pPr>
              <a:defRPr sz="2025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lvl6pPr>
            <a:lvl7pPr>
              <a:defRPr sz="2025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lvl7pPr>
            <a:lvl8pPr>
              <a:defRPr sz="2025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lvl8pPr>
            <a:lvl9pPr>
              <a:defRPr sz="2025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2025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02C38"/>
                </a:solidFill>
                <a:latin typeface="Arial"/>
                <a:ea typeface="Arial"/>
                <a:cs typeface="Arial"/>
              </a:rPr>
              <a:t>4. Le parent fournit la fonction (1), l’enfant l’appelle avec le choix (1).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9067761-3041-41EE-B48A-832B44019E16}"/>
              </a:ext>
            </a:extLst>
          </p:cNvPr>
          <p:cNvSpPr>
            <a:spLocks noGrp="1"/>
          </p:cNvSpPr>
          <p:nvPr/>
        </p:nvSpPr>
        <p:spPr>
          <a:xfrm>
            <a:off x="723900" y="4781550"/>
            <a:ext cx="10763250" cy="6381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025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defPPr>
            <a:lvl1pPr>
              <a:defRPr sz="2025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lvl1pPr>
            <a:lvl2pPr>
              <a:defRPr sz="2025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lvl2pPr>
            <a:lvl3pPr>
              <a:defRPr sz="2025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lvl3pPr>
            <a:lvl4pPr>
              <a:defRPr sz="2025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lvl4pPr>
            <a:lvl5pPr>
              <a:defRPr sz="2025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lvl5pPr>
            <a:lvl6pPr>
              <a:defRPr sz="2025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lvl6pPr>
            <a:lvl7pPr>
              <a:defRPr sz="2025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lvl7pPr>
            <a:lvl8pPr>
              <a:defRPr sz="2025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lvl8pPr>
            <a:lvl9pPr>
              <a:defRPr sz="2025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2025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02C38"/>
                </a:solidFill>
                <a:latin typeface="Arial"/>
                <a:ea typeface="Arial"/>
                <a:cs typeface="Arial"/>
              </a:rPr>
              <a:t>5. Le total dépend du tarif et de la durée (1), sans état dupliqué à synchroniser (1).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B0B6899-4E55-4D85-A599-CA10805C2E4F}"/>
              </a:ext>
            </a:extLst>
          </p:cNvPr>
          <p:cNvSpPr>
            <a:spLocks noGrp="1"/>
          </p:cNvSpPr>
          <p:nvPr/>
        </p:nvSpPr>
        <p:spPr>
          <a:xfrm>
            <a:off x="11334750" y="6457950"/>
            <a:ext cx="523875" cy="2190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200" b="0">
                <a:solidFill>
                  <a:srgbClr val="4E6670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4E6670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4E6670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4E6670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4E6670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4E6670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4E6670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4E6670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4E6670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4E6670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200" b="0">
                <a:solidFill>
                  <a:srgbClr val="4E667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4E6670"/>
                </a:solidFill>
                <a:latin typeface="Arial"/>
                <a:ea typeface="Arial"/>
                <a:cs typeface="Arial"/>
              </a:rPr>
              <a:t>26</a:t>
            </a:r>
          </a:p>
        </p:txBody>
      </p:sp>
    </p:spTree>
    <p:extLst>
      <p:ext uri="{BB962C8B-B14F-4D97-AF65-F5344CB8AC3E}">
        <p14:creationId xmlns:p14="http://schemas.microsoft.com/office/powerpoint/2010/main" val="71248613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6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B3A80226-0C9F-4C51-9B0D-9288A1F3FACC}"/>
              </a:ext>
            </a:extLst>
          </p:cNvPr>
          <p:cNvSpPr>
            <a:spLocks noGrp="1"/>
          </p:cNvSpPr>
          <p:nvPr/>
        </p:nvSpPr>
        <p:spPr>
          <a:xfrm>
            <a:off x="685800" y="352425"/>
            <a:ext cx="10763250" cy="2952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350" b="1">
                <a:solidFill>
                  <a:srgbClr val="087F75"/>
                </a:solidFill>
                <a:latin typeface="Arial"/>
                <a:ea typeface="Arial"/>
                <a:cs typeface="Arial"/>
              </a:defRPr>
            </a:defPPr>
            <a:lvl1pPr>
              <a:defRPr sz="1350" b="1">
                <a:solidFill>
                  <a:srgbClr val="087F75"/>
                </a:solidFill>
                <a:latin typeface="Arial"/>
                <a:ea typeface="Arial"/>
                <a:cs typeface="Arial"/>
              </a:defRPr>
            </a:lvl1pPr>
            <a:lvl2pPr>
              <a:defRPr sz="1350" b="1">
                <a:solidFill>
                  <a:srgbClr val="087F75"/>
                </a:solidFill>
                <a:latin typeface="Arial"/>
                <a:ea typeface="Arial"/>
                <a:cs typeface="Arial"/>
              </a:defRPr>
            </a:lvl2pPr>
            <a:lvl3pPr>
              <a:defRPr sz="1350" b="1">
                <a:solidFill>
                  <a:srgbClr val="087F75"/>
                </a:solidFill>
                <a:latin typeface="Arial"/>
                <a:ea typeface="Arial"/>
                <a:cs typeface="Arial"/>
              </a:defRPr>
            </a:lvl3pPr>
            <a:lvl4pPr>
              <a:defRPr sz="1350" b="1">
                <a:solidFill>
                  <a:srgbClr val="087F75"/>
                </a:solidFill>
                <a:latin typeface="Arial"/>
                <a:ea typeface="Arial"/>
                <a:cs typeface="Arial"/>
              </a:defRPr>
            </a:lvl4pPr>
            <a:lvl5pPr>
              <a:defRPr sz="1350" b="1">
                <a:solidFill>
                  <a:srgbClr val="087F75"/>
                </a:solidFill>
                <a:latin typeface="Arial"/>
                <a:ea typeface="Arial"/>
                <a:cs typeface="Arial"/>
              </a:defRPr>
            </a:lvl5pPr>
            <a:lvl6pPr>
              <a:defRPr sz="1350" b="1">
                <a:solidFill>
                  <a:srgbClr val="087F75"/>
                </a:solidFill>
                <a:latin typeface="Arial"/>
                <a:ea typeface="Arial"/>
                <a:cs typeface="Arial"/>
              </a:defRPr>
            </a:lvl6pPr>
            <a:lvl7pPr>
              <a:defRPr sz="1350" b="1">
                <a:solidFill>
                  <a:srgbClr val="087F75"/>
                </a:solidFill>
                <a:latin typeface="Arial"/>
                <a:ea typeface="Arial"/>
                <a:cs typeface="Arial"/>
              </a:defRPr>
            </a:lvl7pPr>
            <a:lvl8pPr>
              <a:defRPr sz="1350" b="1">
                <a:solidFill>
                  <a:srgbClr val="087F75"/>
                </a:solidFill>
                <a:latin typeface="Arial"/>
                <a:ea typeface="Arial"/>
                <a:cs typeface="Arial"/>
              </a:defRPr>
            </a:lvl8pPr>
            <a:lvl9pPr>
              <a:defRPr sz="1350" b="1">
                <a:solidFill>
                  <a:srgbClr val="087F75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350" b="1">
                <a:solidFill>
                  <a:srgbClr val="087F75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87F75"/>
                </a:solidFill>
                <a:latin typeface="Arial"/>
                <a:ea typeface="Arial"/>
                <a:cs typeface="Arial"/>
              </a:rPr>
              <a:t>COURS · SÉANCE 3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83CD37E5-6487-401D-93E2-D357E5C25BA2}"/>
              </a:ext>
            </a:extLst>
          </p:cNvPr>
          <p:cNvSpPr>
            <a:spLocks noGrp="1"/>
          </p:cNvSpPr>
          <p:nvPr/>
        </p:nvSpPr>
        <p:spPr>
          <a:xfrm>
            <a:off x="685800" y="866775"/>
            <a:ext cx="10858500" cy="9144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3075" b="1">
                <a:solidFill>
                  <a:srgbClr val="102C38"/>
                </a:solidFill>
                <a:latin typeface="Arial"/>
                <a:ea typeface="Arial"/>
                <a:cs typeface="Arial"/>
              </a:defRPr>
            </a:defPPr>
            <a:lvl1pPr>
              <a:defRPr sz="3075" b="1">
                <a:solidFill>
                  <a:srgbClr val="102C38"/>
                </a:solidFill>
                <a:latin typeface="Arial"/>
                <a:ea typeface="Arial"/>
                <a:cs typeface="Arial"/>
              </a:defRPr>
            </a:lvl1pPr>
            <a:lvl2pPr>
              <a:defRPr sz="3075" b="1">
                <a:solidFill>
                  <a:srgbClr val="102C38"/>
                </a:solidFill>
                <a:latin typeface="Arial"/>
                <a:ea typeface="Arial"/>
                <a:cs typeface="Arial"/>
              </a:defRPr>
            </a:lvl2pPr>
            <a:lvl3pPr>
              <a:defRPr sz="3075" b="1">
                <a:solidFill>
                  <a:srgbClr val="102C38"/>
                </a:solidFill>
                <a:latin typeface="Arial"/>
                <a:ea typeface="Arial"/>
                <a:cs typeface="Arial"/>
              </a:defRPr>
            </a:lvl3pPr>
            <a:lvl4pPr>
              <a:defRPr sz="3075" b="1">
                <a:solidFill>
                  <a:srgbClr val="102C38"/>
                </a:solidFill>
                <a:latin typeface="Arial"/>
                <a:ea typeface="Arial"/>
                <a:cs typeface="Arial"/>
              </a:defRPr>
            </a:lvl4pPr>
            <a:lvl5pPr>
              <a:defRPr sz="3075" b="1">
                <a:solidFill>
                  <a:srgbClr val="102C38"/>
                </a:solidFill>
                <a:latin typeface="Arial"/>
                <a:ea typeface="Arial"/>
                <a:cs typeface="Arial"/>
              </a:defRPr>
            </a:lvl5pPr>
            <a:lvl6pPr>
              <a:defRPr sz="3075" b="1">
                <a:solidFill>
                  <a:srgbClr val="102C38"/>
                </a:solidFill>
                <a:latin typeface="Arial"/>
                <a:ea typeface="Arial"/>
                <a:cs typeface="Arial"/>
              </a:defRPr>
            </a:lvl6pPr>
            <a:lvl7pPr>
              <a:defRPr sz="3075" b="1">
                <a:solidFill>
                  <a:srgbClr val="102C38"/>
                </a:solidFill>
                <a:latin typeface="Arial"/>
                <a:ea typeface="Arial"/>
                <a:cs typeface="Arial"/>
              </a:defRPr>
            </a:lvl7pPr>
            <a:lvl8pPr>
              <a:defRPr sz="3075" b="1">
                <a:solidFill>
                  <a:srgbClr val="102C38"/>
                </a:solidFill>
                <a:latin typeface="Arial"/>
                <a:ea typeface="Arial"/>
                <a:cs typeface="Arial"/>
              </a:defRPr>
            </a:lvl8pPr>
            <a:lvl9pPr>
              <a:defRPr sz="3075" b="1">
                <a:solidFill>
                  <a:srgbClr val="102C38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3075" b="1">
                <a:solidFill>
                  <a:srgbClr val="102C38"/>
                </a:solidFill>
                <a:latin typeface="Arial"/>
                <a:ea typeface="Arial"/>
                <a:cs typeface="Arial"/>
              </a:defRPr>
            </a:pPr>
            <a:r>
              <a:rPr sz="3075" b="1">
                <a:solidFill>
                  <a:srgbClr val="102C38"/>
                </a:solidFill>
                <a:latin typeface="Arial"/>
                <a:ea typeface="Arial"/>
                <a:cs typeface="Arial"/>
              </a:rPr>
              <a:t>À retenir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406987E-329C-4C52-A112-61E83178E926}"/>
              </a:ext>
            </a:extLst>
          </p:cNvPr>
          <p:cNvSpPr>
            <a:spLocks noGrp="1"/>
          </p:cNvSpPr>
          <p:nvPr/>
        </p:nvSpPr>
        <p:spPr>
          <a:xfrm>
            <a:off x="723900" y="2000250"/>
            <a:ext cx="10763250" cy="9144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250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defPPr>
            <a:lvl1pPr>
              <a:defRPr sz="2250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lvl1pPr>
            <a:lvl2pPr>
              <a:defRPr sz="2250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lvl2pPr>
            <a:lvl3pPr>
              <a:defRPr sz="2250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lvl3pPr>
            <a:lvl4pPr>
              <a:defRPr sz="2250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lvl4pPr>
            <a:lvl5pPr>
              <a:defRPr sz="2250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lvl5pPr>
            <a:lvl6pPr>
              <a:defRPr sz="2250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lvl6pPr>
            <a:lvl7pPr>
              <a:defRPr sz="2250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lvl7pPr>
            <a:lvl8pPr>
              <a:defRPr sz="2250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lvl8pPr>
            <a:lvl9pPr>
              <a:defRPr sz="2250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2250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02C38"/>
                </a:solidFill>
                <a:latin typeface="Arial"/>
                <a:ea typeface="Arial"/>
                <a:cs typeface="Arial"/>
              </a:rPr>
              <a:t>Un événement déclenche une fonction. Le setter demande un nouveau rendu.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4DCFD37-A9E6-4C1D-9DC7-D8850250574C}"/>
              </a:ext>
            </a:extLst>
          </p:cNvPr>
          <p:cNvSpPr>
            <a:spLocks noGrp="1"/>
          </p:cNvSpPr>
          <p:nvPr/>
        </p:nvSpPr>
        <p:spPr>
          <a:xfrm>
            <a:off x="723900" y="2971800"/>
            <a:ext cx="10763250" cy="9144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250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defPPr>
            <a:lvl1pPr>
              <a:defRPr sz="2250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lvl1pPr>
            <a:lvl2pPr>
              <a:defRPr sz="2250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lvl2pPr>
            <a:lvl3pPr>
              <a:defRPr sz="2250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lvl3pPr>
            <a:lvl4pPr>
              <a:defRPr sz="2250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lvl4pPr>
            <a:lvl5pPr>
              <a:defRPr sz="2250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lvl5pPr>
            <a:lvl6pPr>
              <a:defRPr sz="2250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lvl6pPr>
            <a:lvl7pPr>
              <a:defRPr sz="2250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lvl7pPr>
            <a:lvl8pPr>
              <a:defRPr sz="2250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lvl8pPr>
            <a:lvl9pPr>
              <a:defRPr sz="2250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2250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02C38"/>
                </a:solidFill>
                <a:latin typeface="Arial"/>
                <a:ea typeface="Arial"/>
                <a:cs typeface="Arial"/>
              </a:rPr>
              <a:t>L’état partagé se place dans le parent commun.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990712B-F8B0-4ABB-93BB-450A07DDC5B0}"/>
              </a:ext>
            </a:extLst>
          </p:cNvPr>
          <p:cNvSpPr>
            <a:spLocks noGrp="1"/>
          </p:cNvSpPr>
          <p:nvPr/>
        </p:nvSpPr>
        <p:spPr>
          <a:xfrm>
            <a:off x="723900" y="3943350"/>
            <a:ext cx="10763250" cy="9144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250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defPPr>
            <a:lvl1pPr>
              <a:defRPr sz="2250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lvl1pPr>
            <a:lvl2pPr>
              <a:defRPr sz="2250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lvl2pPr>
            <a:lvl3pPr>
              <a:defRPr sz="2250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lvl3pPr>
            <a:lvl4pPr>
              <a:defRPr sz="2250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lvl4pPr>
            <a:lvl5pPr>
              <a:defRPr sz="2250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lvl5pPr>
            <a:lvl6pPr>
              <a:defRPr sz="2250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lvl6pPr>
            <a:lvl7pPr>
              <a:defRPr sz="2250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lvl7pPr>
            <a:lvl8pPr>
              <a:defRPr sz="2250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lvl8pPr>
            <a:lvl9pPr>
              <a:defRPr sz="2250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2250" b="0">
                <a:solidFill>
                  <a:srgbClr val="102C38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02C38"/>
                </a:solidFill>
                <a:latin typeface="Arial"/>
                <a:ea typeface="Arial"/>
                <a:cs typeface="Arial"/>
              </a:rPr>
              <a:t>Les valeurs dérivées se calculent pendant le rendu.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8CACA51-C740-4336-942E-1EA28FB32852}"/>
              </a:ext>
            </a:extLst>
          </p:cNvPr>
          <p:cNvSpPr>
            <a:spLocks noGrp="1"/>
          </p:cNvSpPr>
          <p:nvPr/>
        </p:nvSpPr>
        <p:spPr>
          <a:xfrm>
            <a:off x="11334750" y="6457950"/>
            <a:ext cx="523875" cy="2190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200" b="0">
                <a:solidFill>
                  <a:srgbClr val="4E6670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4E6670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4E6670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4E6670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4E6670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4E6670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4E6670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4E6670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4E6670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4E6670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200" b="0">
                <a:solidFill>
                  <a:srgbClr val="4E667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4E6670"/>
                </a:solidFill>
                <a:latin typeface="Arial"/>
                <a:ea typeface="Arial"/>
                <a:cs typeface="Arial"/>
              </a:rPr>
              <a:t>27</a:t>
            </a:r>
          </a:p>
        </p:txBody>
      </p:sp>
    </p:spTree>
    <p:extLst>
      <p:ext uri="{BB962C8B-B14F-4D97-AF65-F5344CB8AC3E}">
        <p14:creationId xmlns:p14="http://schemas.microsoft.com/office/powerpoint/2010/main" val="1571679669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1439</Words>
  <Application>Microsoft Office PowerPoint</Application>
  <PresentationFormat>Grand écran</PresentationFormat>
  <Paragraphs>183</Paragraphs>
  <Slides>26</Slides>
  <Notes>26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26</vt:i4>
      </vt:variant>
    </vt:vector>
  </HeadingPairs>
  <TitlesOfParts>
    <vt:vector size="30" baseType="lpstr">
      <vt:lpstr>Aptos</vt:lpstr>
      <vt:lpstr>Arial</vt:lpstr>
      <vt:lpstr>Consolas</vt:lpstr>
      <vt:lpstr>ChatGPT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Sara EL-GUERYSY</cp:lastModifiedBy>
  <cp:revision>1</cp:revision>
  <dcterms:created xsi:type="dcterms:W3CDTF">2026-10-22T21:05:43Z</dcterms:created>
  <dcterms:modified xsi:type="dcterms:W3CDTF">2026-10-23T20:13:59Z</dcterms:modified>
</cp:coreProperties>
</file>